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8401b6c2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8401b6c2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1fd15ee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1fd15ee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1fd15ee6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1fd15ee6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f210aecb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f210aecb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8401b6c2f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8401b6c2f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8401b6c2f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8401b6c2f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401b6c2f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401b6c2f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8401b6c2f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8401b6c2f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8401b6c2f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8401b6c2f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8401b6c2f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8401b6c2f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8401b6c2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8401b6c2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8401b6c2f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8401b6c2f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096cd1cd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096cd1cd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f8c7742b5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4f8c7742b5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f8c7742b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4f8c7742b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2d605125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2d60512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f210aec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f210aec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hello{0,1}/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2d6051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2d6051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fd15ee6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fd15ee6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hello2/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8401b6c2f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8401b6c2f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hello3/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9a924ac89a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9a924ac89a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hello{4,5,6,7}/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f210aecb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f210aecb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hello{8,9}/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2d605125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2d60512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hello10/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f210aecb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f210aecb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froshims{0,1,2}/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fd15ee6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1fd15ee6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froshims{3,4,5,6,7}/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850e900ea2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850e900ea2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850e900ea2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850e900ea2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096cd1cd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0096cd1cd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f210aecb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f210aecb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f210aecb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f210aecb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f210aecb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f210aecb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f210aecb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f210aecb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f210aecb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f210aecb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 stamp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f210aecb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f210aecb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login/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store/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8401b6c2f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8401b6c2f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shows{0,1,2}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2d605125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12d605125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9a92345b9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9a92345b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shows3/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8401b6c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8401b6c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jinja.palletsprojects.com/templates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25271" y="1138904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Last CS50 Lunch of term this Friday! RSVP at </a:t>
            </a:r>
            <a:r>
              <a:rPr lang="en" sz="1700">
                <a:solidFill>
                  <a:srgbClr val="FFFF00"/>
                </a:solidFill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Today's snack, Nutri-Grain Bars!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http-server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/file.html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/folder/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/folder/file.html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/route?key=value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/route?key=value&amp;key=value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/search?q=cats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www.google.com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flask run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flask import Flask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index():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"hello, world"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flask import Flask, render_template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index():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render_template("index.html")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templates/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request.args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Jinja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request.form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jinja.palletsprojects.com/templates/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8600" y="124700"/>
            <a:ext cx="94012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6"/>
          <p:cNvSpPr/>
          <p:nvPr/>
        </p:nvSpPr>
        <p:spPr>
          <a:xfrm>
            <a:off x="3138600" y="516975"/>
            <a:ext cx="1233300" cy="34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static/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templates/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/>
          <p:nvPr/>
        </p:nvSpPr>
        <p:spPr>
          <a:xfrm>
            <a:off x="2842599" y="1200187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Controller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2" name="Google Shape;182;p38"/>
          <p:cNvSpPr/>
          <p:nvPr/>
        </p:nvSpPr>
        <p:spPr>
          <a:xfrm>
            <a:off x="5426025" y="1200188"/>
            <a:ext cx="1828800" cy="27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3" name="Google Shape;183;p38"/>
          <p:cNvSpPr/>
          <p:nvPr/>
        </p:nvSpPr>
        <p:spPr>
          <a:xfrm>
            <a:off x="8048683" y="2485871"/>
            <a:ext cx="836100" cy="83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8"/>
          <p:cNvSpPr/>
          <p:nvPr/>
        </p:nvSpPr>
        <p:spPr>
          <a:xfrm>
            <a:off x="8048724" y="1821612"/>
            <a:ext cx="836100" cy="83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38"/>
          <p:cNvCxnSpPr/>
          <p:nvPr/>
        </p:nvCxnSpPr>
        <p:spPr>
          <a:xfrm rot="10800000">
            <a:off x="7315300" y="2571775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38"/>
          <p:cNvCxnSpPr/>
          <p:nvPr/>
        </p:nvCxnSpPr>
        <p:spPr>
          <a:xfrm rot="10800000">
            <a:off x="4713869" y="2571775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/>
          <p:nvPr/>
        </p:nvSpPr>
        <p:spPr>
          <a:xfrm>
            <a:off x="2842599" y="1200187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Controller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2" name="Google Shape;192;p39"/>
          <p:cNvSpPr/>
          <p:nvPr/>
        </p:nvSpPr>
        <p:spPr>
          <a:xfrm>
            <a:off x="5426025" y="1200188"/>
            <a:ext cx="1828800" cy="27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3" name="Google Shape;193;p39"/>
          <p:cNvSpPr/>
          <p:nvPr/>
        </p:nvSpPr>
        <p:spPr>
          <a:xfrm>
            <a:off x="248746" y="1155113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Model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4" name="Google Shape;194;p39"/>
          <p:cNvSpPr/>
          <p:nvPr/>
        </p:nvSpPr>
        <p:spPr>
          <a:xfrm>
            <a:off x="8048683" y="2485871"/>
            <a:ext cx="836100" cy="83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9"/>
          <p:cNvSpPr/>
          <p:nvPr/>
        </p:nvSpPr>
        <p:spPr>
          <a:xfrm>
            <a:off x="8048724" y="1821612"/>
            <a:ext cx="836100" cy="83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39"/>
          <p:cNvCxnSpPr/>
          <p:nvPr/>
        </p:nvCxnSpPr>
        <p:spPr>
          <a:xfrm rot="10800000">
            <a:off x="7315300" y="2571750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" name="Google Shape;197;p39"/>
          <p:cNvCxnSpPr/>
          <p:nvPr/>
        </p:nvCxnSpPr>
        <p:spPr>
          <a:xfrm rot="10800000">
            <a:off x="4713869" y="2571750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" name="Google Shape;198;p39"/>
          <p:cNvCxnSpPr/>
          <p:nvPr/>
        </p:nvCxnSpPr>
        <p:spPr>
          <a:xfrm rot="10800000">
            <a:off x="2124570" y="2571738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0" title="Screenshot 2025-11-10 at 11.22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25" y="1162223"/>
            <a:ext cx="7548348" cy="28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Set-Cookie: session=value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Cookie: session=value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session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112108, "title": "The Office", "year": 1995, "episodes": 6},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290978, "title": "The Office", "year": 2001, "episodes": 14},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386676, "title": "The Office", "year": 2005, "episodes": 188},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1791001, "title": "The Office", "year": 2010, "episodes": 30},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2186395, "title": "The Office", "year": 2012, "episodes": 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8305218, "title": "The Office", "year": 2019, "episodes": 28},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20877972, "title": "The Office", "year": 2022, "episodes": 20}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