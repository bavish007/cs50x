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633EBE-0C3A-403D-B7D0-E9FF0BDEFAED}">
  <a:tblStyle styleId="{ED633EBE-0C3A-403D-B7D0-E9FF0BDEFA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190" Type="http://schemas.openxmlformats.org/officeDocument/2006/relationships/slide" Target="slides/slide18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194" Type="http://schemas.openxmlformats.org/officeDocument/2006/relationships/slide" Target="slides/slide187.xml"/><Relationship Id="rId43" Type="http://schemas.openxmlformats.org/officeDocument/2006/relationships/slide" Target="slides/slide36.xml"/><Relationship Id="rId193" Type="http://schemas.openxmlformats.org/officeDocument/2006/relationships/slide" Target="slides/slide186.xml"/><Relationship Id="rId46" Type="http://schemas.openxmlformats.org/officeDocument/2006/relationships/slide" Target="slides/slide39.xml"/><Relationship Id="rId192" Type="http://schemas.openxmlformats.org/officeDocument/2006/relationships/slide" Target="slides/slide185.xml"/><Relationship Id="rId45" Type="http://schemas.openxmlformats.org/officeDocument/2006/relationships/slide" Target="slides/slide38.xml"/><Relationship Id="rId191" Type="http://schemas.openxmlformats.org/officeDocument/2006/relationships/slide" Target="slides/slide184.xml"/><Relationship Id="rId48" Type="http://schemas.openxmlformats.org/officeDocument/2006/relationships/slide" Target="slides/slide41.xml"/><Relationship Id="rId187" Type="http://schemas.openxmlformats.org/officeDocument/2006/relationships/slide" Target="slides/slide180.xml"/><Relationship Id="rId47" Type="http://schemas.openxmlformats.org/officeDocument/2006/relationships/slide" Target="slides/slide40.xml"/><Relationship Id="rId186" Type="http://schemas.openxmlformats.org/officeDocument/2006/relationships/slide" Target="slides/slide179.xml"/><Relationship Id="rId185" Type="http://schemas.openxmlformats.org/officeDocument/2006/relationships/slide" Target="slides/slide178.xml"/><Relationship Id="rId49" Type="http://schemas.openxmlformats.org/officeDocument/2006/relationships/slide" Target="slides/slide42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188" Type="http://schemas.openxmlformats.org/officeDocument/2006/relationships/slide" Target="slides/slide18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183" Type="http://schemas.openxmlformats.org/officeDocument/2006/relationships/slide" Target="slides/slide176.xml"/><Relationship Id="rId32" Type="http://schemas.openxmlformats.org/officeDocument/2006/relationships/slide" Target="slides/slide25.xml"/><Relationship Id="rId182" Type="http://schemas.openxmlformats.org/officeDocument/2006/relationships/slide" Target="slides/slide175.xml"/><Relationship Id="rId35" Type="http://schemas.openxmlformats.org/officeDocument/2006/relationships/slide" Target="slides/slide28.xml"/><Relationship Id="rId181" Type="http://schemas.openxmlformats.org/officeDocument/2006/relationships/slide" Target="slides/slide174.xml"/><Relationship Id="rId34" Type="http://schemas.openxmlformats.org/officeDocument/2006/relationships/slide" Target="slides/slide27.xml"/><Relationship Id="rId180" Type="http://schemas.openxmlformats.org/officeDocument/2006/relationships/slide" Target="slides/slide173.xml"/><Relationship Id="rId37" Type="http://schemas.openxmlformats.org/officeDocument/2006/relationships/slide" Target="slides/slide30.xml"/><Relationship Id="rId176" Type="http://schemas.openxmlformats.org/officeDocument/2006/relationships/slide" Target="slides/slide169.xml"/><Relationship Id="rId36" Type="http://schemas.openxmlformats.org/officeDocument/2006/relationships/slide" Target="slides/slide29.xml"/><Relationship Id="rId175" Type="http://schemas.openxmlformats.org/officeDocument/2006/relationships/slide" Target="slides/slide168.xml"/><Relationship Id="rId39" Type="http://schemas.openxmlformats.org/officeDocument/2006/relationships/slide" Target="slides/slide32.xml"/><Relationship Id="rId174" Type="http://schemas.openxmlformats.org/officeDocument/2006/relationships/slide" Target="slides/slide167.xml"/><Relationship Id="rId38" Type="http://schemas.openxmlformats.org/officeDocument/2006/relationships/slide" Target="slides/slide31.xml"/><Relationship Id="rId173" Type="http://schemas.openxmlformats.org/officeDocument/2006/relationships/slide" Target="slides/slide166.xml"/><Relationship Id="rId179" Type="http://schemas.openxmlformats.org/officeDocument/2006/relationships/slide" Target="slides/slide172.xml"/><Relationship Id="rId178" Type="http://schemas.openxmlformats.org/officeDocument/2006/relationships/slide" Target="slides/slide171.xml"/><Relationship Id="rId177" Type="http://schemas.openxmlformats.org/officeDocument/2006/relationships/slide" Target="slides/slide170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98" Type="http://schemas.openxmlformats.org/officeDocument/2006/relationships/slide" Target="slides/slide191.xml"/><Relationship Id="rId14" Type="http://schemas.openxmlformats.org/officeDocument/2006/relationships/slide" Target="slides/slide7.xml"/><Relationship Id="rId197" Type="http://schemas.openxmlformats.org/officeDocument/2006/relationships/slide" Target="slides/slide190.xml"/><Relationship Id="rId17" Type="http://schemas.openxmlformats.org/officeDocument/2006/relationships/slide" Target="slides/slide10.xml"/><Relationship Id="rId196" Type="http://schemas.openxmlformats.org/officeDocument/2006/relationships/slide" Target="slides/slide189.xml"/><Relationship Id="rId16" Type="http://schemas.openxmlformats.org/officeDocument/2006/relationships/slide" Target="slides/slide9.xml"/><Relationship Id="rId195" Type="http://schemas.openxmlformats.org/officeDocument/2006/relationships/slide" Target="slides/slide188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99" Type="http://schemas.openxmlformats.org/officeDocument/2006/relationships/slide" Target="slides/slide192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slide" Target="slides/slide143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2.xml"/><Relationship Id="rId4" Type="http://schemas.openxmlformats.org/officeDocument/2006/relationships/tableStyles" Target="tableStyles.xml"/><Relationship Id="rId148" Type="http://schemas.openxmlformats.org/officeDocument/2006/relationships/slide" Target="slides/slide141.xml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172" Type="http://schemas.openxmlformats.org/officeDocument/2006/relationships/slide" Target="slides/slide165.xml"/><Relationship Id="rId65" Type="http://schemas.openxmlformats.org/officeDocument/2006/relationships/slide" Target="slides/slide58.xml"/><Relationship Id="rId171" Type="http://schemas.openxmlformats.org/officeDocument/2006/relationships/slide" Target="slides/slide164.xml"/><Relationship Id="rId68" Type="http://schemas.openxmlformats.org/officeDocument/2006/relationships/slide" Target="slides/slide61.xml"/><Relationship Id="rId170" Type="http://schemas.openxmlformats.org/officeDocument/2006/relationships/slide" Target="slides/slide163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slide" Target="slides/slide158.xml"/><Relationship Id="rId69" Type="http://schemas.openxmlformats.org/officeDocument/2006/relationships/slide" Target="slides/slide62.xml"/><Relationship Id="rId164" Type="http://schemas.openxmlformats.org/officeDocument/2006/relationships/slide" Target="slides/slide157.xml"/><Relationship Id="rId163" Type="http://schemas.openxmlformats.org/officeDocument/2006/relationships/slide" Target="slides/slide156.xml"/><Relationship Id="rId162" Type="http://schemas.openxmlformats.org/officeDocument/2006/relationships/slide" Target="slides/slide155.xml"/><Relationship Id="rId169" Type="http://schemas.openxmlformats.org/officeDocument/2006/relationships/slide" Target="slides/slide162.xml"/><Relationship Id="rId168" Type="http://schemas.openxmlformats.org/officeDocument/2006/relationships/slide" Target="slides/slide161.xml"/><Relationship Id="rId167" Type="http://schemas.openxmlformats.org/officeDocument/2006/relationships/slide" Target="slides/slide160.xml"/><Relationship Id="rId166" Type="http://schemas.openxmlformats.org/officeDocument/2006/relationships/slide" Target="slides/slide159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slide" Target="slides/slide154.xml"/><Relationship Id="rId54" Type="http://schemas.openxmlformats.org/officeDocument/2006/relationships/slide" Target="slides/slide47.xml"/><Relationship Id="rId160" Type="http://schemas.openxmlformats.org/officeDocument/2006/relationships/slide" Target="slides/slide153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slide" Target="slides/slide152.xml"/><Relationship Id="rId59" Type="http://schemas.openxmlformats.org/officeDocument/2006/relationships/slide" Target="slides/slide52.xml"/><Relationship Id="rId154" Type="http://schemas.openxmlformats.org/officeDocument/2006/relationships/slide" Target="slides/slide147.xml"/><Relationship Id="rId58" Type="http://schemas.openxmlformats.org/officeDocument/2006/relationships/slide" Target="slides/slide51.xml"/><Relationship Id="rId153" Type="http://schemas.openxmlformats.org/officeDocument/2006/relationships/slide" Target="slides/slide146.xml"/><Relationship Id="rId152" Type="http://schemas.openxmlformats.org/officeDocument/2006/relationships/slide" Target="slides/slide145.xml"/><Relationship Id="rId151" Type="http://schemas.openxmlformats.org/officeDocument/2006/relationships/slide" Target="slides/slide144.xml"/><Relationship Id="rId158" Type="http://schemas.openxmlformats.org/officeDocument/2006/relationships/slide" Target="slides/slide151.xml"/><Relationship Id="rId157" Type="http://schemas.openxmlformats.org/officeDocument/2006/relationships/slide" Target="slides/slide150.xml"/><Relationship Id="rId156" Type="http://schemas.openxmlformats.org/officeDocument/2006/relationships/slide" Target="slides/slide149.xml"/><Relationship Id="rId155" Type="http://schemas.openxmlformats.org/officeDocument/2006/relationships/slide" Target="slides/slide14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211" Type="http://schemas.openxmlformats.org/officeDocument/2006/relationships/slide" Target="slides/slide204.xml"/><Relationship Id="rId210" Type="http://schemas.openxmlformats.org/officeDocument/2006/relationships/slide" Target="slides/slide203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121" Type="http://schemas.openxmlformats.org/officeDocument/2006/relationships/slide" Target="slides/slide114.xml"/><Relationship Id="rId120" Type="http://schemas.openxmlformats.org/officeDocument/2006/relationships/slide" Target="slides/slide113.xml"/><Relationship Id="rId125" Type="http://schemas.openxmlformats.org/officeDocument/2006/relationships/slide" Target="slides/slide118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10" Type="http://schemas.openxmlformats.org/officeDocument/2006/relationships/slide" Target="slides/slide103.xml"/><Relationship Id="rId114" Type="http://schemas.openxmlformats.org/officeDocument/2006/relationships/slide" Target="slides/slide107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206" Type="http://schemas.openxmlformats.org/officeDocument/2006/relationships/slide" Target="slides/slide199.xml"/><Relationship Id="rId205" Type="http://schemas.openxmlformats.org/officeDocument/2006/relationships/slide" Target="slides/slide198.xml"/><Relationship Id="rId204" Type="http://schemas.openxmlformats.org/officeDocument/2006/relationships/slide" Target="slides/slide197.xml"/><Relationship Id="rId203" Type="http://schemas.openxmlformats.org/officeDocument/2006/relationships/slide" Target="slides/slide196.xml"/><Relationship Id="rId209" Type="http://schemas.openxmlformats.org/officeDocument/2006/relationships/slide" Target="slides/slide202.xml"/><Relationship Id="rId208" Type="http://schemas.openxmlformats.org/officeDocument/2006/relationships/slide" Target="slides/slide201.xml"/><Relationship Id="rId207" Type="http://schemas.openxmlformats.org/officeDocument/2006/relationships/slide" Target="slides/slide200.xml"/><Relationship Id="rId202" Type="http://schemas.openxmlformats.org/officeDocument/2006/relationships/slide" Target="slides/slide195.xml"/><Relationship Id="rId201" Type="http://schemas.openxmlformats.org/officeDocument/2006/relationships/slide" Target="slides/slide194.xml"/><Relationship Id="rId200" Type="http://schemas.openxmlformats.org/officeDocument/2006/relationships/slide" Target="slides/slide19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ItAG3s6KIEI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pps.apple.com/us/app/contacts/id1069512615#?platform=iphone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intendo.fandom.com/wiki/Nintendo_characters#Mario_series_(including_sub-franchises)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apple/ios-18.4/cookie" TargetMode="Externa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pps.apple.com/us/app/contacts/id1069512615#?platform=iphone" TargetMode="Externa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5d419bd3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5d419bd3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Reload codespace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Update settings.json.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Uncheck VS Code tabs except for Terminal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Hide Activity Bar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Hide Explorer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Remove comments from any pre-made code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d419bd39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5d419bd39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5d419bd39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5d419bd39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5d419bd39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5d419bd39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seem arcane but lots of data structures in world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50952be5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50952be5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https://www.youtube.com/watch?v=ItAG3s6KIEI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Prof. Shannon Duvall of Elon University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5d833f1ce6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5d833f1ce6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5d419bd39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5d419bd39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waiting in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5d419bd39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5d419bd39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d419bd39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d419bd39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d833f1ce6_8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d833f1ce6_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don't keep track of the head of the queue, have to keep shifting everyone within array.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5d419bd39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5d419bd39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stack of sweaters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Gmail inbox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5d419bd39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5d419bd39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5d419bd39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5d419bd39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5d833f1ce6_8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5d833f1ce6_8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50f29d165_3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50f29d165_3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50f29d165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50f29d165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50f29d165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50f29d165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50f29d165_3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50f29d165_3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0f29d165_3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0f29d165_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50f29d165_3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50f29d165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https://apps.apple.com/us/app/contacts/id1069512615#?platform=iphone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50f29d165_3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50f29d165_3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https://nintendo.fandom.com/wiki/Nintendo_characters#Mario_series_(including_sub-franchises)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0f29d165_3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850f29d165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4393d7a9a9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4393d7a9a9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62f05f059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62f05f059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62f05f059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62f05f059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list0.c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62f05f059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62f05f059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62f05f0593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62f05f0593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53a78cba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53a78cba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62f05f059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62f05f059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62f05f0593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62f05f0593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62f05f0593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62f05f0593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62f05f0593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62f05f0593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53a78cbad9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53a78cbad9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53a78cbad9_0_1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53a78cbad9_0_1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list{1,2}.c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62f5dbb0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62f5dbb0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62f5dbb06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62f5dbb0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62fb2649b2_8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62fb2649b2_8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62f05f0593_0_5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62f05f0593_0_5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62f05f0593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62f05f0593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5d419bd39f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5d419bd39f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5d419bd39f_0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5d419bd39f_0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5d419bd39f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5d419bd39f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62f05f0593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62f05f0593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5d419bd39f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5d419bd39f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5d419bd39f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5d419bd39f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5d419bd39f_0_1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5d419bd39f_0_1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5d419bd39f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5d419bd39f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5d419bd39f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5d419bd39f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5d419bd39f_0_1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5d419bd39f_0_1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62f05f0593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62f05f0593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5d833f1ce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5d833f1ce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62f05f0593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62f05f0593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62fb2649b2_6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62fb2649b2_6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62f05f0593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62f05f0593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62f05f0593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62f05f0593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62f05f0593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62f05f0593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62f05f0593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62f05f0593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list3.c (to show prepending)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53a78cbad9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53a78cbad9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5d419bd39f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5d419bd39f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5d419bd39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5d419bd39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5d419bd39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5d419bd39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53a78cbad9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53a78cbad9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5d419bd39f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5d419bd39f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5d419bd39f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5d419bd39f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5d419bd39f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5d419bd39f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5d419bd39f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5d419bd39f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5d419bd39f_0_1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5d419bd39f_0_1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5d419bd39f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5d419bd39f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5d419bd39f_0_1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5d419bd39f_0_1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5d419bd39f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5d419bd39f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5d419bd39f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5d419bd39f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5d419bd39f_0_1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5d419bd39f_0_1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5d419bd39f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5d419bd39f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5d419bd39f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5d419bd39f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5d419bd39f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15d419bd39f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5d419bd39f_0_1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15d419bd39f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5d419bd39f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5d419bd39f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15d419bd39f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15d419bd39f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5d419bd39f_0_1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5d419bd39f_0_1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15d419bd39f_0_1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15d419bd39f_0_1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5d419bd39f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5d419bd39f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5d419bd39f_0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5d419bd39f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15d419bd39f_0_1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15d419bd39f_0_1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5d419bd39f_0_1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5d419bd39f_0_1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15d419bd39f_0_1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15d419bd39f_0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5d419bd39f_0_1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15d419bd39f_0_1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15d419bd39f_0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15d419bd39f_0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15d419bd39f_0_1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15d419bd39f_0_1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15d419bd39f_0_1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15d419bd39f_0_1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15d419bd39f_0_1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15d419bd39f_0_1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5d419bd39f_0_1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5d419bd39f_0_1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5d419bd39f_0_1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5d419bd39f_0_1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15d419bd39f_0_1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15d419bd39f_0_1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list4.c (to show printing with while loop)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15d419bd39f_0_1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15d419bd39f_0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5d419bd39f_0_1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5d419bd39f_0_1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15d419bd39f_0_1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15d419bd39f_0_1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15d419bd39f_0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15d419bd39f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15d419bd39f_0_1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15d419bd39f_0_1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list5.c (for loop instead)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15d419bd39f_0_1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15d419bd39f_0_1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5d419bd39f_0_1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15d419bd39f_0_1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15d419bd39f_0_1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15d419bd39f_0_1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5d419bd39f_0_1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5d419bd39f_0_1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15d419bd39f_0_1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15d419bd39f_0_1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08eb15aab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308eb15aab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08eb15aab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308eb15aab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list6.c (freeing, after showing valgrind on list5)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08eb15aab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308eb15aab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08eb15aab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08eb15aab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15d419bd39f_0_1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15d419bd39f_0_1687:notes"/>
          <p:cNvSpPr txBox="1"/>
          <p:nvPr>
            <p:ph idx="1" type="body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15d419bd39f_0_1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15d419bd39f_0_1701:notes"/>
          <p:cNvSpPr txBox="1"/>
          <p:nvPr>
            <p:ph idx="1" type="body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5d419bd39f_0_1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5d419bd39f_0_1715:notes"/>
          <p:cNvSpPr txBox="1"/>
          <p:nvPr>
            <p:ph idx="1" type="body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15d419bd39f_0_1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15d419bd39f_0_1729:notes"/>
          <p:cNvSpPr txBox="1"/>
          <p:nvPr>
            <p:ph idx="1" type="body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08eb15aab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308eb15aab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list7.c (append)</a:t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08eb15aab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308eb15aab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5d419bd39f_0_1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15d419bd39f_0_1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15d419bd39f_0_1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15d419bd39f_0_1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15d419bd39f_0_1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15d419bd39f_0_1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15d419bd39f_0_1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15d419bd39f_0_1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15d419bd39f_0_1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15d419bd39f_0_1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08eb15aab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08eb15aab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list8.c (sorted)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list9.c (freeing memory after errors)</a:t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08eb15aab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08eb15aab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list8.c (sorted)</a:t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8b87620ec5_1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8b87620ec5_1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https://emojipedia.org/apple/ios-18.4/cookie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62f05f0593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62f05f0593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850f29d165_3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3850f29d165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850f29d165_3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3850f29d165_3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62f05f0593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62f05f0593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62f05f0593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62f05f0593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62f05f0593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62f05f0593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62f05f0593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62f05f0593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62f05f0593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62f05f0593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62f05f0593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62f05f0593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62f5dbb06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62f5dbb06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square is an abstraction of a node now, no need to keep drawing rects</a:t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62f05f0593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62f05f0593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62f05f0593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62f05f0593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62f05f0593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62f05f0593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62f05f0593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62f05f0593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62f5dbb06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62f5dbb06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53a78cbad9_0_1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53a78cbad9_0_1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53a78cbad9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53a78cbad9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53a78cbad9_0_1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53a78cbad9_0_1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53a78cbad9_0_1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53a78cbad9_0_1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53a78cbad9_0_1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53a78cbad9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53a78cbad9_0_1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53a78cbad9_0_1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53a78cbad9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53a78cbad9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9b6bd73be5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9b6bd73be5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build a BST from scratch, starting with 2?</a:t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15d419bd39f_0_1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15d419bd39f_0_1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15d419bd39f_0_1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15d419bd39f_0_1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1</a:t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15d419bd39f_0_1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15d419bd39f_0_1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3. looks fine.</a:t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9b6bd73be5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9b6bd73be5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the insertion order is 1-2-3 instead?</a:t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15d419bd39f_0_1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15d419bd39f_0_1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15d419bd39f_0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15d419bd39f_0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15d419bd39f_0_1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15d419bd39f_0_1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62f05f0593_0_5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62f05f0593_0_5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850952be5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850952be5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15d419bd39f_0_2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15d419bd39f_0_2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15d419bd39f_0_2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15d419bd39f_0_2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62f05f0593_0_5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62f05f0593_0_5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15d419bd39f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15d419bd39f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cards into buckets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3850f29d165_3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3850f29d165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https://apps.apple.com/us/app/contacts/id1069512615#?platform=iphone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3850f29d165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3850f29d16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3850f29d165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3850f29d165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850f29d165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3850f29d165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3850f29d165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3850f29d165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3850f29d165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3850f29d165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3850f29d165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3850f29d165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3850f29d165_3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3850f29d165_3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15d419bd39f_0_1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15d419bd39f_0_1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850f29d165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3850f29d165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3850f29d165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3850f29d165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850f29d165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850f29d165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8a630188d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8a630188d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28a630188d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28a630188d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8a630188d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8a630188d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28a630188d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28a630188d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8a630188d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28a630188d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8a630188d0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8a630188d0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28a630188d0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g28a630188d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28a630188d0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28a630188d0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28a630188d0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3" name="Google Shape;1793;g28a630188d0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28a630188d0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28a630188d0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28a630188d0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28a630188d0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15e23d64255_195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15e23d64255_195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g308eb15aab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2" name="Google Shape;2062;g308eb15aab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28a630188d0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28a630188d0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17,576 buckets</a:t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15d419bd39f_0_2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15d419bd39f_0_2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15d419bd39f_0_2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15d419bd39f_0_2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g15d419bd39f_0_2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7" name="Google Shape;2117;g15d419bd39f_0_2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g15d419bd39f_0_2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2" name="Google Shape;2122;g15d419bd39f_0_2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62f05f0593_0_5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62f05f0593_0_5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28b3ae675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28b3ae675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g28b3ae6755a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7" name="Google Shape;2137;g28b3ae675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28b3ae6755a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28b3ae6755a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28b3ae6755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7" name="Google Shape;2147;g28b3ae6755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28b3ae6755a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28b3ae6755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28b3ae6755a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28b3ae6755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g28b3ae6755a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28b3ae6755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28b3ae6755a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7" name="Google Shape;2167;g28b3ae6755a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28b3ae6755a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2" name="Google Shape;2172;g28b3ae6755a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g28b3ae6755a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7" name="Google Shape;2177;g28b3ae6755a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28b3c9fbe2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2" name="Google Shape;2182;g28b3c9fbe2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f598746ac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7" name="Google Shape;2187;gf598746ac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don't need to bother storin</a:t>
            </a:r>
            <a:r>
              <a:rPr lang="en"/>
              <a:t>g name, since implicit in trie</a:t>
            </a:r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gf598746ac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2" name="Google Shape;2192;gf598746ac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62f5dbb06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62f5dbb06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g15d419bd39f_0_2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2" name="Google Shape;2202;g15d419bd39f_0_2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g15d419bd39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7" name="Google Shape;2207;g15d419bd39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s50.ly/lunch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7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20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20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1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9.jp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6.jpg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15.jpg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10.jpg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18.jpg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2.jpg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19.jpg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4.jpg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17.jpg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13.jpg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11.jpg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.png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On today's snack menu, chocolate chip cookies.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700">
                <a:solidFill>
                  <a:schemeClr val="dk1"/>
                </a:solidFill>
              </a:rPr>
              <a:t>🍪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If you'd like to attend </a:t>
            </a:r>
            <a:r>
              <a:rPr lang="en" sz="1700">
                <a:solidFill>
                  <a:srgbClr val="FFFF00"/>
                </a:solidFill>
              </a:rPr>
              <a:t>CS50 Lunch</a:t>
            </a:r>
            <a:r>
              <a:rPr lang="en" sz="1700">
                <a:solidFill>
                  <a:schemeClr val="dk1"/>
                </a:solidFill>
              </a:rPr>
              <a:t> this Fri 10/10 at 1:15pm, RSVP at </a:t>
            </a:r>
            <a:r>
              <a:rPr lang="en" sz="1700">
                <a:solidFill>
                  <a:srgbClr val="FFFF0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cs50.ly/lunch</a:t>
            </a:r>
            <a:r>
              <a:rPr lang="en" sz="1700">
                <a:solidFill>
                  <a:schemeClr val="dk1"/>
                </a:solidFill>
              </a:rPr>
              <a:t>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We'll be joined by alumni from Meta.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Do </a:t>
            </a:r>
            <a:r>
              <a:rPr lang="en" sz="1700">
                <a:solidFill>
                  <a:srgbClr val="FFFF00"/>
                </a:solidFill>
              </a:rPr>
              <a:t>say hi or ask questions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lang="en" sz="1700">
                <a:solidFill>
                  <a:schemeClr val="dk1"/>
                </a:solidFill>
              </a:rPr>
              <a:t>during break or after class!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What do today's binary bulbs spell?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 sz="1700">
              <a:solidFill>
                <a:schemeClr val="dk1"/>
              </a:solidFill>
            </a:endParaRPr>
          </a:p>
        </p:txBody>
      </p:sp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CS50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data types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FIFO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enqueue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dequeue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int CAPACITY = 50;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person people[CAPACITY];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size;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queue;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push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pop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int CAPACITY = 50;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person people[CAPACITY];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size;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stack;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p40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41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word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definition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42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number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43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50" y="1297400"/>
            <a:ext cx="2548700" cy="2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5"/>
          <p:cNvPicPr preferRelativeResize="0"/>
          <p:nvPr/>
        </p:nvPicPr>
        <p:blipFill rotWithShape="1">
          <a:blip r:embed="rId3">
            <a:alphaModFix/>
          </a:blip>
          <a:srcRect b="14965" l="0" r="0" t="6516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6"/>
          <p:cNvPicPr preferRelativeResize="0"/>
          <p:nvPr/>
        </p:nvPicPr>
        <p:blipFill rotWithShape="1">
          <a:blip r:embed="rId3">
            <a:alphaModFix/>
          </a:blip>
          <a:srcRect b="10741" l="0" r="0" t="10741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48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49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Google Shape;225;p5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p51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" name="Google Shape;235;p52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36" name="Google Shape;23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" name="Google Shape;264;p5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65" name="Google Shape;26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54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74" name="Google Shape;27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" name="Google Shape;281;p55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82" name="Google Shape;2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56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89" name="Google Shape;28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" name="Google Shape;294;p57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" name="Google Shape;299;p58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6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Google Shape;329;p64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Google Shape;334;p65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9" name="Google Shape;339;p66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4" name="Google Shape;344;p67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9" name="Google Shape;349;p68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" name="Google Shape;354;p69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9" name="Google Shape;359;p7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4" name="Google Shape;364;p71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9" name="Google Shape;369;p72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4" name="Google Shape;374;p7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b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75" name="Google Shape;375;p73"/>
          <p:cNvCxnSpPr/>
          <p:nvPr/>
        </p:nvCxnSpPr>
        <p:spPr>
          <a:xfrm flipH="1" rot="10800000">
            <a:off x="2933700" y="1181025"/>
            <a:ext cx="1562100" cy="5049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73"/>
          <p:cNvCxnSpPr/>
          <p:nvPr/>
        </p:nvCxnSpPr>
        <p:spPr>
          <a:xfrm flipH="1" rot="10800000">
            <a:off x="5229225" y="2319300"/>
            <a:ext cx="1562100" cy="5049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73"/>
          <p:cNvCxnSpPr/>
          <p:nvPr/>
        </p:nvCxnSpPr>
        <p:spPr>
          <a:xfrm rot="-5400000">
            <a:off x="-20600" y="661350"/>
            <a:ext cx="2790000" cy="1659900"/>
          </a:xfrm>
          <a:prstGeom prst="curvedConnector3">
            <a:avLst>
              <a:gd fmla="val 88341" name="adj1"/>
            </a:avLst>
          </a:pr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2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83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8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4" name="Google Shape;43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2241741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84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8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8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42" name="Google Shape;44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2241741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85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8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86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8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8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87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8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8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4" name="Google Shape;464;p88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5" name="Google Shape;465;p88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88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7" name="Google Shape;46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4227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8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4" name="Google Shape;474;p8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5" name="Google Shape;475;p8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89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77" name="Google Shape;47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89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89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1" name="Google Shape;48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4227265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89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89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9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9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9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1" name="Google Shape;491;p9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90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3" name="Google Shape;49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90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90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7" name="Google Shape;497;p90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90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9" name="Google Shape;499;p90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9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6" name="Google Shape;506;p9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7" name="Google Shape;507;p9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91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(*n).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9" name="Google Shape;50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91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91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91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4" name="Google Shape;514;p91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15" name="Google Shape;515;p91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9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9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2" name="Google Shape;522;p9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3" name="Google Shape;523;p9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92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(*n).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25" name="Google Shape;52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9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9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8" name="Google Shape;528;p92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9" name="Google Shape;529;p92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0" name="Google Shape;530;p92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9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7" name="Google Shape;537;p9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8" name="Google Shape;538;p9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93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0" name="Google Shape;54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9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9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3" name="Google Shape;543;p93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93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5" name="Google Shape;545;p93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9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2" name="Google Shape;552;p9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3" name="Google Shape;553;p9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94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5" name="Google Shape;55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9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9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8" name="Google Shape;558;p94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9" name="Google Shape;559;p94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0" name="Google Shape;560;p94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9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7" name="Google Shape;567;p9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8" name="Google Shape;568;p9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95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0" name="Google Shape;570;p9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9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2" name="Google Shape;572;p95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3" name="Google Shape;573;p95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74" name="Google Shape;574;p95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9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9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1" name="Google Shape;581;p9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2" name="Google Shape;582;p9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96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4" name="Google Shape;584;p9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9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6" name="Google Shape;586;p96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7" name="Google Shape;587;p96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88" name="Google Shape;588;p96"/>
          <p:cNvCxnSpPr/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9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9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5" name="Google Shape;595;p9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6" name="Google Shape;596;p9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97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8" name="Google Shape;598;p9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9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0" name="Google Shape;600;p97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1" name="Google Shape;601;p97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02" name="Google Shape;602;p97"/>
          <p:cNvCxnSpPr>
            <a:endCxn id="595" idx="1"/>
          </p:cNvCxnSpPr>
          <p:nvPr/>
        </p:nvCxnSpPr>
        <p:spPr>
          <a:xfrm flipH="1" rot="10800000">
            <a:off x="1350863" y="3557475"/>
            <a:ext cx="3051000" cy="995400"/>
          </a:xfrm>
          <a:prstGeom prst="curvedConnector3">
            <a:avLst>
              <a:gd fmla="val 7842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3" name="Google Shape;603;p97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9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9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0" name="Google Shape;610;p9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1" name="Google Shape;611;p9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98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13" name="Google Shape;613;p98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9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0" name="Google Shape;620;p9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1" name="Google Shape;621;p9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99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23" name="Google Shape;623;p99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0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0" name="Google Shape;630;p10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1" name="Google Shape;631;p10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00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33" name="Google Shape;633;p100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4" name="Google Shape;634;p100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00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36" name="Google Shape;63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12" y="4189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0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3" name="Google Shape;643;p10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4" name="Google Shape;644;p10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01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46" name="Google Shape;646;p101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7" name="Google Shape;647;p10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8" name="Google Shape;648;p10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01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01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51" name="Google Shape;65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12" y="4189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0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0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0" name="Google Shape;660;p10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1" name="Google Shape;661;p10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02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63" name="Google Shape;663;p102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4" name="Google Shape;664;p10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5" name="Google Shape;665;p10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0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0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68" name="Google Shape;66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0" name="Google Shape;670;p102"/>
          <p:cNvCxnSpPr>
            <a:stCxn id="666" idx="3"/>
            <a:endCxn id="664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0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0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7" name="Google Shape;677;p10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8" name="Google Shape;678;p10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03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80" name="Google Shape;680;p103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2;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1" name="Google Shape;681;p10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2" name="Google Shape;682;p10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0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0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85" name="Google Shape;685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7" name="Google Shape;687;p103"/>
          <p:cNvCxnSpPr>
            <a:stCxn id="683" idx="3"/>
            <a:endCxn id="681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0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0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4" name="Google Shape;694;p10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5" name="Google Shape;695;p10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04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97" name="Google Shape;697;p104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2;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8" name="Google Shape;698;p10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9" name="Google Shape;699;p10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0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0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02" name="Google Shape;70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3" name="Google Shape;703;p104"/>
          <p:cNvCxnSpPr>
            <a:stCxn id="700" idx="3"/>
            <a:endCxn id="698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0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0" name="Google Shape;710;p10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1" name="Google Shape;711;p10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05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13" name="Google Shape;713;p105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4" name="Google Shape;714;p10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5" name="Google Shape;715;p10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0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0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18" name="Google Shape;71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9" name="Google Shape;719;p105"/>
          <p:cNvCxnSpPr>
            <a:stCxn id="716" idx="3"/>
            <a:endCxn id="714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0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0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6" name="Google Shape;726;p10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7" name="Google Shape;727;p10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06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29" name="Google Shape;729;p106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0" name="Google Shape;730;p10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1" name="Google Shape;731;p10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0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0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4" name="Google Shape;734;p106"/>
          <p:cNvCxnSpPr>
            <a:stCxn id="732" idx="3"/>
            <a:endCxn id="730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0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1" name="Google Shape;741;p10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2" name="Google Shape;742;p10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07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44" name="Google Shape;744;p107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5" name="Google Shape;745;p10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6" name="Google Shape;746;p10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0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0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49" name="Google Shape;749;p107"/>
          <p:cNvCxnSpPr>
            <a:stCxn id="747" idx="3"/>
            <a:endCxn id="745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0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6" name="Google Shape;756;p10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7" name="Google Shape;757;p10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08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59" name="Google Shape;759;p108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0" name="Google Shape;760;p10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1" name="Google Shape;761;p10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08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08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64" name="Google Shape;764;p108"/>
          <p:cNvCxnSpPr>
            <a:stCxn id="762" idx="3"/>
            <a:endCxn id="760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0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0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1" name="Google Shape;771;p10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2" name="Google Shape;772;p10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09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4" name="Google Shape;774;p10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5" name="Google Shape;775;p10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09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09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78" name="Google Shape;778;p109"/>
          <p:cNvCxnSpPr>
            <a:stCxn id="776" idx="3"/>
            <a:endCxn id="774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9" name="Google Shape;779;p109"/>
          <p:cNvCxnSpPr>
            <a:stCxn id="769" idx="3"/>
            <a:endCxn id="774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1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1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6" name="Google Shape;786;p11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7" name="Google Shape;787;p11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10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FF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9" name="Google Shape;789;p110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0" name="Google Shape;790;p110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10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10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93" name="Google Shape;793;p110"/>
          <p:cNvCxnSpPr>
            <a:stCxn id="791" idx="3"/>
            <a:endCxn id="789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4" name="Google Shape;794;p110"/>
          <p:cNvCxnSpPr>
            <a:stCxn id="784" idx="3"/>
            <a:endCxn id="789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1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1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1" name="Google Shape;801;p11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2" name="Google Shape;802;p11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11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04" name="Google Shape;804;p111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5" name="Google Shape;805;p11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6" name="Google Shape;806;p11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11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11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9" name="Google Shape;809;p111"/>
          <p:cNvCxnSpPr>
            <a:stCxn id="807" idx="3"/>
            <a:endCxn id="805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1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1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6" name="Google Shape;816;p11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7" name="Google Shape;817;p11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12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19" name="Google Shape;819;p112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0" name="Google Shape;820;p11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1" name="Google Shape;821;p11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1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1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24" name="Google Shape;824;p112"/>
          <p:cNvCxnSpPr>
            <a:stCxn id="822" idx="3"/>
            <a:endCxn id="820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1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1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1" name="Google Shape;831;p11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2" name="Google Shape;832;p11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13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34" name="Google Shape;834;p113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5" name="Google Shape;835;p11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6" name="Google Shape;836;p11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1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9" name="Google Shape;839;p113"/>
          <p:cNvCxnSpPr>
            <a:stCxn id="837" idx="3"/>
            <a:endCxn id="835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0" name="Google Shape;840;p113"/>
          <p:cNvCxnSpPr>
            <a:stCxn id="836" idx="3"/>
            <a:endCxn id="831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1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1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7" name="Google Shape;847;p11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8" name="Google Shape;848;p11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14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50" name="Google Shape;850;p114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1" name="Google Shape;851;p11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2" name="Google Shape;852;p11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1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1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55" name="Google Shape;855;p114"/>
          <p:cNvCxnSpPr>
            <a:stCxn id="853" idx="3"/>
            <a:endCxn id="851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6" name="Google Shape;856;p114"/>
          <p:cNvCxnSpPr>
            <a:stCxn id="852" idx="3"/>
            <a:endCxn id="847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1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1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3" name="Google Shape;863;p11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4" name="Google Shape;864;p11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15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6" name="Google Shape;866;p11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7" name="Google Shape;867;p11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1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1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0" name="Google Shape;870;p115"/>
          <p:cNvCxnSpPr>
            <a:stCxn id="868" idx="3"/>
            <a:endCxn id="866" idx="1"/>
          </p:cNvCxnSpPr>
          <p:nvPr/>
        </p:nvCxnSpPr>
        <p:spPr>
          <a:xfrm flipH="1" rot="10800000">
            <a:off x="1350875" y="2170050"/>
            <a:ext cx="1423200" cy="2382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1" name="Google Shape;871;p115"/>
          <p:cNvCxnSpPr>
            <a:stCxn id="867" idx="3"/>
            <a:endCxn id="863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2" name="Google Shape;872;p115"/>
          <p:cNvCxnSpPr>
            <a:stCxn id="861" idx="3"/>
            <a:endCxn id="866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1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1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9" name="Google Shape;879;p11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0" name="Google Shape;880;p11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16"/>
          <p:cNvSpPr txBox="1"/>
          <p:nvPr>
            <p:ph idx="4294967295"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2" name="Google Shape;882;p11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3" name="Google Shape;883;p11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4" name="Google Shape;884;p116"/>
          <p:cNvCxnSpPr>
            <a:stCxn id="883" idx="3"/>
            <a:endCxn id="879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5" name="Google Shape;885;p116"/>
          <p:cNvCxnSpPr>
            <a:stCxn id="877" idx="3"/>
            <a:endCxn id="882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1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1" name="Google Shape;891;p11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1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1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94" name="Google Shape;894;p117"/>
          <p:cNvCxnSpPr>
            <a:stCxn id="892" idx="3"/>
            <a:endCxn id="895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5" name="Google Shape;895;p117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6" name="Google Shape;896;p117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7" name="Google Shape;897;p117"/>
          <p:cNvCxnSpPr>
            <a:stCxn id="896" idx="3"/>
            <a:endCxn id="890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8" name="Google Shape;898;p11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9" name="Google Shape;899;p11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0" name="Google Shape;900;p117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1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6" name="Google Shape;906;p11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1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1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9" name="Google Shape;909;p118"/>
          <p:cNvCxnSpPr>
            <a:stCxn id="907" idx="3"/>
            <a:endCxn id="910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0" name="Google Shape;910;p118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1" name="Google Shape;911;p118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2" name="Google Shape;912;p118"/>
          <p:cNvCxnSpPr>
            <a:stCxn id="911" idx="3"/>
            <a:endCxn id="905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3" name="Google Shape;913;p11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4" name="Google Shape;914;p11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5" name="Google Shape;915;p118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6" name="Google Shape;916;p118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118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8" name="Google Shape;918;p118"/>
          <p:cNvCxnSpPr>
            <a:stCxn id="916" idx="1"/>
            <a:endCxn id="910" idx="0"/>
          </p:cNvCxnSpPr>
          <p:nvPr/>
        </p:nvCxnSpPr>
        <p:spPr>
          <a:xfrm flipH="1">
            <a:off x="1632300" y="1038375"/>
            <a:ext cx="1141800" cy="22605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1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4" name="Google Shape;924;p11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11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11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27" name="Google Shape;927;p119"/>
          <p:cNvCxnSpPr>
            <a:stCxn id="925" idx="3"/>
            <a:endCxn id="928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8" name="Google Shape;928;p119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9" name="Google Shape;929;p119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0" name="Google Shape;930;p119"/>
          <p:cNvCxnSpPr>
            <a:stCxn id="929" idx="3"/>
            <a:endCxn id="923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1" name="Google Shape;931;p11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2" name="Google Shape;932;p11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3" name="Google Shape;933;p119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4" name="Google Shape;934;p119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19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36" name="Google Shape;936;p119"/>
          <p:cNvCxnSpPr>
            <a:stCxn id="934" idx="2"/>
            <a:endCxn id="923" idx="0"/>
          </p:cNvCxnSpPr>
          <p:nvPr/>
        </p:nvCxnSpPr>
        <p:spPr>
          <a:xfrm flipH="1" rot="-5400000">
            <a:off x="3223950" y="1603875"/>
            <a:ext cx="328200" cy="600"/>
          </a:xfrm>
          <a:prstGeom prst="curvedConnector3">
            <a:avLst>
              <a:gd fmla="val 5001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20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2" name="Google Shape;942;p120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12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2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45" name="Google Shape;945;p120"/>
          <p:cNvCxnSpPr>
            <a:stCxn id="943" idx="3"/>
            <a:endCxn id="946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6" name="Google Shape;946;p120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7" name="Google Shape;947;p120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8" name="Google Shape;948;p120"/>
          <p:cNvCxnSpPr>
            <a:stCxn id="947" idx="3"/>
            <a:endCxn id="941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" name="Google Shape;949;p12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0" name="Google Shape;950;p12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1" name="Google Shape;951;p120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2" name="Google Shape;952;p120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120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54" name="Google Shape;954;p120"/>
          <p:cNvCxnSpPr>
            <a:stCxn id="952" idx="3"/>
            <a:endCxn id="949" idx="0"/>
          </p:cNvCxnSpPr>
          <p:nvPr/>
        </p:nvCxnSpPr>
        <p:spPr>
          <a:xfrm>
            <a:off x="4001400" y="1038375"/>
            <a:ext cx="1014000" cy="21174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2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0" name="Google Shape;960;p12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2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2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63" name="Google Shape;963;p121"/>
          <p:cNvCxnSpPr>
            <a:stCxn id="961" idx="3"/>
            <a:endCxn id="964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4" name="Google Shape;964;p121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5" name="Google Shape;965;p121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6" name="Google Shape;966;p121"/>
          <p:cNvCxnSpPr>
            <a:stCxn id="965" idx="3"/>
            <a:endCxn id="959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7" name="Google Shape;967;p12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8" name="Google Shape;968;p12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9" name="Google Shape;969;p121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0" name="Google Shape;970;p121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21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2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7" name="Google Shape;977;p12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12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12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80" name="Google Shape;980;p122"/>
          <p:cNvCxnSpPr>
            <a:stCxn id="978" idx="3"/>
            <a:endCxn id="981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1" name="Google Shape;981;p122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2" name="Google Shape;982;p122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3" name="Google Shape;983;p122"/>
          <p:cNvCxnSpPr>
            <a:stCxn id="982" idx="3"/>
            <a:endCxn id="976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4" name="Google Shape;984;p12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5" name="Google Shape;985;p12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6" name="Google Shape;986;p122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2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12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2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2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4" name="Google Shape;1004;p12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5" name="Google Shape;1005;p12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125"/>
          <p:cNvSpPr/>
          <p:nvPr/>
        </p:nvSpPr>
        <p:spPr>
          <a:xfrm>
            <a:off x="1350750" y="2571750"/>
            <a:ext cx="3050955" cy="1146821"/>
          </a:xfrm>
          <a:custGeom>
            <a:rect b="b" l="l" r="r" t="t"/>
            <a:pathLst>
              <a:path extrusionOk="0" h="45631" w="119493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2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12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3" name="Google Shape;1013;p12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4" name="Google Shape;1014;p12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12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6" name="Google Shape;1016;p12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7" name="Google Shape;1017;p126"/>
          <p:cNvCxnSpPr>
            <a:stCxn id="1016" idx="3"/>
            <a:endCxn id="1013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8" name="Google Shape;1018;p126"/>
          <p:cNvCxnSpPr>
            <a:stCxn id="1011" idx="3"/>
            <a:endCxn id="1015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2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4" name="Google Shape;1024;p12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12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12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27" name="Google Shape;1027;p127"/>
          <p:cNvCxnSpPr>
            <a:stCxn id="1025" idx="3"/>
            <a:endCxn id="1028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8" name="Google Shape;1028;p127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9" name="Google Shape;1029;p127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0" name="Google Shape;1030;p127"/>
          <p:cNvCxnSpPr>
            <a:stCxn id="1029" idx="3"/>
            <a:endCxn id="1023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1" name="Google Shape;1031;p12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2" name="Google Shape;1032;p12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3" name="Google Shape;1033;p127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endParaRPr>
              <a:solidFill>
                <a:srgbClr val="00000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r>
              <a:rPr lang="en">
                <a:solidFill>
                  <a:srgbClr val="666666"/>
                </a:solidFill>
              </a:rPr>
              <a:t>insertion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r>
              <a:rPr lang="en">
                <a:solidFill>
                  <a:srgbClr val="666666"/>
                </a:solidFill>
              </a:rPr>
              <a:t>insertion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3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13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3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5" name="Google Shape;1065;p13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13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13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68" name="Google Shape;1068;p133"/>
          <p:cNvCxnSpPr>
            <a:stCxn id="1066" idx="3"/>
            <a:endCxn id="1064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3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4" name="Google Shape;1074;p13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3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13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7" name="Google Shape;1077;p134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8" name="Google Shape;1078;p134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9" name="Google Shape;1079;p134"/>
          <p:cNvCxnSpPr>
            <a:stCxn id="1075" idx="3"/>
            <a:endCxn id="1073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0" name="Google Shape;1080;p134"/>
          <p:cNvCxnSpPr>
            <a:stCxn id="1074" idx="3"/>
            <a:endCxn id="1077" idx="1"/>
          </p:cNvCxnSpPr>
          <p:nvPr/>
        </p:nvCxnSpPr>
        <p:spPr>
          <a:xfrm flipH="1" rot="10800000">
            <a:off x="4001400" y="1135050"/>
            <a:ext cx="2106600" cy="18384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3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6" name="Google Shape;1086;p13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13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13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9" name="Google Shape;1089;p135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0" name="Google Shape;1090;p135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1" name="Google Shape;1091;p135"/>
          <p:cNvCxnSpPr>
            <a:stCxn id="1087" idx="3"/>
            <a:endCxn id="1085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2" name="Google Shape;1092;p135"/>
          <p:cNvCxnSpPr>
            <a:stCxn id="1086" idx="3"/>
            <a:endCxn id="1089" idx="1"/>
          </p:cNvCxnSpPr>
          <p:nvPr/>
        </p:nvCxnSpPr>
        <p:spPr>
          <a:xfrm flipH="1" rot="10800000">
            <a:off x="4001400" y="1135050"/>
            <a:ext cx="2106600" cy="18384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3" name="Google Shape;1093;p135"/>
          <p:cNvSpPr/>
          <p:nvPr/>
        </p:nvSpPr>
        <p:spPr>
          <a:xfrm>
            <a:off x="7718425" y="229002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4" name="Google Shape;1094;p135"/>
          <p:cNvSpPr/>
          <p:nvPr/>
        </p:nvSpPr>
        <p:spPr>
          <a:xfrm>
            <a:off x="7718425" y="309342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5" name="Google Shape;1095;p135"/>
          <p:cNvCxnSpPr>
            <a:stCxn id="1090" idx="3"/>
            <a:endCxn id="1093" idx="1"/>
          </p:cNvCxnSpPr>
          <p:nvPr/>
        </p:nvCxnSpPr>
        <p:spPr>
          <a:xfrm>
            <a:off x="7335275" y="1938550"/>
            <a:ext cx="383100" cy="753300"/>
          </a:xfrm>
          <a:prstGeom prst="curvedConnector3">
            <a:avLst>
              <a:gd fmla="val 50007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1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deletion, insertion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3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13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3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7" name="Google Shape;1117;p13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13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3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20" name="Google Shape;1120;p139"/>
          <p:cNvCxnSpPr>
            <a:stCxn id="1118" idx="3"/>
            <a:endCxn id="1116" idx="1"/>
          </p:cNvCxnSpPr>
          <p:nvPr/>
        </p:nvCxnSpPr>
        <p:spPr>
          <a:xfrm flipH="1" rot="10800000">
            <a:off x="1350875" y="2170050"/>
            <a:ext cx="1423200" cy="4017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40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6" name="Google Shape;1126;p140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4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4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29" name="Google Shape;1129;p140"/>
          <p:cNvCxnSpPr>
            <a:stCxn id="1127" idx="3"/>
            <a:endCxn id="1130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0" name="Google Shape;1130;p140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1" name="Google Shape;1131;p140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2" name="Google Shape;1132;p140"/>
          <p:cNvCxnSpPr>
            <a:stCxn id="1131" idx="3"/>
            <a:endCxn id="1125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4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8" name="Google Shape;1138;p14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4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4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41" name="Google Shape;1141;p141"/>
          <p:cNvCxnSpPr>
            <a:stCxn id="1139" idx="3"/>
            <a:endCxn id="1142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2" name="Google Shape;1142;p141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3" name="Google Shape;1143;p141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4" name="Google Shape;1144;p141"/>
          <p:cNvCxnSpPr>
            <a:stCxn id="1143" idx="3"/>
            <a:endCxn id="1137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5" name="Google Shape;1145;p141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6" name="Google Shape;1146;p141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7" name="Google Shape;1147;p141"/>
          <p:cNvCxnSpPr/>
          <p:nvPr/>
        </p:nvCxnSpPr>
        <p:spPr>
          <a:xfrm flipH="1" rot="10800000">
            <a:off x="4001400" y="1135050"/>
            <a:ext cx="2106600" cy="18384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14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3" name="Google Shape;1153;p14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4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14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56" name="Google Shape;1156;p142"/>
          <p:cNvCxnSpPr>
            <a:stCxn id="1154" idx="3"/>
            <a:endCxn id="1157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fmla="val -71638" name="adj1"/>
              <a:gd fmla="val 50000" name="adj2"/>
              <a:gd fmla="val 171600" name="adj3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7" name="Google Shape;1157;p142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8" name="Google Shape;1158;p142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9" name="Google Shape;1159;p142"/>
          <p:cNvCxnSpPr>
            <a:stCxn id="1158" idx="3"/>
            <a:endCxn id="1152" idx="1"/>
          </p:cNvCxnSpPr>
          <p:nvPr/>
        </p:nvCxnSpPr>
        <p:spPr>
          <a:xfrm flipH="1" rot="10800000">
            <a:off x="2245900" y="2170050"/>
            <a:ext cx="528300" cy="2334000"/>
          </a:xfrm>
          <a:prstGeom prst="curvedConnector3">
            <a:avLst>
              <a:gd fmla="val 4999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0" name="Google Shape;1160;p142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1" name="Google Shape;1161;p142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4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3" name="Google Shape;1163;p14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4" name="Google Shape;1164;p142"/>
          <p:cNvCxnSpPr/>
          <p:nvPr/>
        </p:nvCxnSpPr>
        <p:spPr>
          <a:xfrm flipH="1" rot="10800000">
            <a:off x="5629163" y="1135275"/>
            <a:ext cx="478800" cy="32256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5" name="Google Shape;1165;p142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fmla="val 49995" name="adj1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deletion, insertion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0" name="Google Shape;1180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7163" y="1366913"/>
            <a:ext cx="2409675" cy="24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lists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trees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5" name="Google Shape;1205;p150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0" name="Google Shape;1210;p151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5" name="Google Shape;1215;p152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0" name="Google Shape;1220;p153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FF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5" name="Google Shape;1225;p154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6" name="Google Shape;1226;p154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7" name="Google Shape;1227;p154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8" name="Google Shape;1228;p154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9" name="Google Shape;1229;p154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0" name="Google Shape;1230;p154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1" name="Google Shape;1231;p154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" name="Google Shape;1236;p155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7" name="Google Shape;1237;p155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8" name="Google Shape;1238;p155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9" name="Google Shape;1239;p155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0" name="Google Shape;1240;p155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1" name="Google Shape;1241;p155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2" name="Google Shape;1242;p155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243" name="Google Shape;1243;p155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155"/>
          <p:cNvSpPr/>
          <p:nvPr/>
        </p:nvSpPr>
        <p:spPr>
          <a:xfrm flipH="1" rot="-952824">
            <a:off x="2871590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155"/>
          <p:cNvSpPr/>
          <p:nvPr/>
        </p:nvSpPr>
        <p:spPr>
          <a:xfrm flipH="1" rot="-3128501">
            <a:off x="147999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55"/>
          <p:cNvSpPr/>
          <p:nvPr/>
        </p:nvSpPr>
        <p:spPr>
          <a:xfrm flipH="1" rot="-3128501">
            <a:off x="6079043" y="313191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155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155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1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1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*left;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*right;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3" name="Google Shape;1273;p160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4" name="Google Shape;1274;p160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5" name="Google Shape;1275;p160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6" name="Google Shape;1276;p160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7" name="Google Shape;1277;p160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8" name="Google Shape;1278;p160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9" name="Google Shape;1279;p160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280" name="Google Shape;1280;p160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60"/>
          <p:cNvSpPr/>
          <p:nvPr/>
        </p:nvSpPr>
        <p:spPr>
          <a:xfrm flipH="1" rot="-952824">
            <a:off x="2871590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60"/>
          <p:cNvSpPr/>
          <p:nvPr/>
        </p:nvSpPr>
        <p:spPr>
          <a:xfrm flipH="1" rot="-3128501">
            <a:off x="147999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60"/>
          <p:cNvSpPr/>
          <p:nvPr/>
        </p:nvSpPr>
        <p:spPr>
          <a:xfrm flipH="1" rot="-3128501">
            <a:off x="6079043" y="313191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60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60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161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if (tree == NULL)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62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63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164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65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66"/>
          <p:cNvSpPr txBox="1"/>
          <p:nvPr>
            <p:ph idx="1" type="body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0" name="Google Shape;1320;p167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1" name="Google Shape;1321;p167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2" name="Google Shape;1322;p167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3" name="Google Shape;1323;p167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4" name="Google Shape;1324;p167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5" name="Google Shape;1325;p167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6" name="Google Shape;1326;p167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327" name="Google Shape;1327;p167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167"/>
          <p:cNvSpPr/>
          <p:nvPr/>
        </p:nvSpPr>
        <p:spPr>
          <a:xfrm flipH="1" rot="-952824">
            <a:off x="2871590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67"/>
          <p:cNvSpPr/>
          <p:nvPr/>
        </p:nvSpPr>
        <p:spPr>
          <a:xfrm flipH="1" rot="-3128501">
            <a:off x="147999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67"/>
          <p:cNvSpPr/>
          <p:nvPr/>
        </p:nvSpPr>
        <p:spPr>
          <a:xfrm flipH="1" rot="-3128501">
            <a:off x="6079043" y="313191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67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67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1" name="Google Shape;1341;p169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6" name="Google Shape;1346;p170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47" name="Google Shape;1347;p170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348" name="Google Shape;1348;p170"/>
          <p:cNvSpPr/>
          <p:nvPr/>
        </p:nvSpPr>
        <p:spPr>
          <a:xfrm flipH="1" rot="-952824">
            <a:off x="2871590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3" name="Google Shape;1353;p171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4" name="Google Shape;1354;p171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5" name="Google Shape;1355;p171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356" name="Google Shape;1356;p171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71"/>
          <p:cNvSpPr/>
          <p:nvPr/>
        </p:nvSpPr>
        <p:spPr>
          <a:xfrm flipH="1" rot="-952824">
            <a:off x="2871590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6" name="Google Shape;1366;p173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1" name="Google Shape;1371;p174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2" name="Google Shape;1372;p174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373" name="Google Shape;1373;p174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8" name="Google Shape;1378;p175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9" name="Google Shape;1379;p175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0" name="Google Shape;1380;p175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{ED633EBE-0C3A-403D-B7D0-E9FF0BDEFAED}</a:tableStyleId>
              </a:tblPr>
              <a:tblGrid>
                <a:gridCol w="1143000"/>
              </a:tblGrid>
              <a:tr h="114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381" name="Google Shape;1381;p175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75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fmla="val 24998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1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(log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</a:t>
            </a:r>
            <a:r>
              <a:rPr lang="en">
                <a:solidFill>
                  <a:srgbClr val="FFFFFF"/>
                </a:solidFill>
              </a:rPr>
              <a:t>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)  </a:t>
            </a:r>
            <a:r>
              <a:rPr lang="en">
                <a:solidFill>
                  <a:srgbClr val="FFFFFF"/>
                </a:solidFill>
              </a:rPr>
              <a:t>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(log 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78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98" name="Google Shape;1398;p178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99" name="Google Shape;1399;p178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400" name="Google Shape;1400;p178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baseline="-25000" lang="en" sz="2400">
                <a:solidFill>
                  <a:srgbClr val="FFFFFF"/>
                </a:solidFill>
              </a:rPr>
              <a:t> 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401" name="Google Shape;1401;p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79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407" name="Google Shape;1407;p179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408" name="Google Shape;1408;p179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409" name="Google Shape;1409;p179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baseline="-25000" lang="en" sz="2400">
                <a:solidFill>
                  <a:srgbClr val="FFFFFF"/>
                </a:solidFill>
              </a:rPr>
              <a:t> </a:t>
            </a:r>
            <a:r>
              <a:rPr i="1" lang="en" sz="2400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410" name="Google Shape;1410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1" name="Google Shape;1411;p179"/>
          <p:cNvCxnSpPr/>
          <p:nvPr/>
        </p:nvCxnSpPr>
        <p:spPr>
          <a:xfrm>
            <a:off x="1371600" y="4147225"/>
            <a:ext cx="6393000" cy="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12" name="Google Shape;1412;p179"/>
          <p:cNvSpPr txBox="1"/>
          <p:nvPr/>
        </p:nvSpPr>
        <p:spPr>
          <a:xfrm>
            <a:off x="7772400" y="383865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(1)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8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hashing</a:t>
            </a:r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8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function</a:t>
            </a:r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50" y="1297400"/>
            <a:ext cx="2548700" cy="2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83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83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434" name="Google Shape;1434;p183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84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84"/>
          <p:cNvSpPr txBox="1"/>
          <p:nvPr/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hash function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85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185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Mario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447" name="Google Shape;1447;p185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12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86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86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Luigi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454" name="Google Shape;1454;p186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11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hash(char *name)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toupper(name[0])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hash(const char *name)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toupper(name[0])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unsigned int hash(const char *name)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9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tables</a:t>
            </a:r>
            <a:endParaRPr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 *table[26];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9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94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5" name="Google Shape;1495;p194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6" name="Google Shape;1496;p194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7" name="Google Shape;1497;p194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8" name="Google Shape;1498;p194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9" name="Google Shape;1499;p194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0" name="Google Shape;1500;p194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1" name="Google Shape;1501;p194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2" name="Google Shape;1502;p194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3" name="Google Shape;1503;p194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4" name="Google Shape;1504;p194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5" name="Google Shape;1505;p194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6" name="Google Shape;1506;p194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7" name="Google Shape;1507;p194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8" name="Google Shape;1508;p194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9" name="Google Shape;1509;p194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0" name="Google Shape;1510;p194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1" name="Google Shape;1511;p194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2" name="Google Shape;1512;p194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3" name="Google Shape;1513;p194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4" name="Google Shape;1514;p194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5" name="Google Shape;1515;p194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6" name="Google Shape;1516;p194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7" name="Google Shape;1517;p194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8" name="Google Shape;1518;p194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9" name="Google Shape;1519;p194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95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5" name="Google Shape;1525;p195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6" name="Google Shape;1526;p195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7" name="Google Shape;1527;p195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8" name="Google Shape;1528;p195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9" name="Google Shape;1529;p195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0" name="Google Shape;1530;p195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1" name="Google Shape;1531;p195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2" name="Google Shape;1532;p195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3" name="Google Shape;1533;p195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4" name="Google Shape;1534;p195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5" name="Google Shape;1535;p195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6" name="Google Shape;1536;p195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7" name="Google Shape;1537;p195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8" name="Google Shape;1538;p195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9" name="Google Shape;1539;p195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0" name="Google Shape;1540;p195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1" name="Google Shape;1541;p195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2" name="Google Shape;1542;p195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3" name="Google Shape;1543;p195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4" name="Google Shape;1544;p195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5" name="Google Shape;1545;p195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6" name="Google Shape;1546;p195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7" name="Google Shape;1547;p195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8" name="Google Shape;1548;p195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9" name="Google Shape;1549;p195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0" name="Google Shape;1550;p195"/>
          <p:cNvSpPr txBox="1"/>
          <p:nvPr/>
        </p:nvSpPr>
        <p:spPr>
          <a:xfrm>
            <a:off x="47625" y="166650"/>
            <a:ext cx="4092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96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6" name="Google Shape;1556;p196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7" name="Google Shape;1557;p196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8" name="Google Shape;1558;p196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9" name="Google Shape;1559;p196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0" name="Google Shape;1560;p196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1" name="Google Shape;1561;p196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2" name="Google Shape;1562;p196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3" name="Google Shape;1563;p196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4" name="Google Shape;1564;p196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5" name="Google Shape;1565;p196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6" name="Google Shape;1566;p196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7" name="Google Shape;1567;p196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8" name="Google Shape;1568;p196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9" name="Google Shape;1569;p196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0" name="Google Shape;1570;p196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1" name="Google Shape;1571;p196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2" name="Google Shape;1572;p196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3" name="Google Shape;1573;p196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4" name="Google Shape;1574;p196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5" name="Google Shape;1575;p196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6" name="Google Shape;1576;p196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7" name="Google Shape;1577;p196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8" name="Google Shape;1578;p196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9" name="Google Shape;1579;p196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0" name="Google Shape;1580;p196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1" name="Google Shape;1581;p196"/>
          <p:cNvSpPr txBox="1"/>
          <p:nvPr/>
        </p:nvSpPr>
        <p:spPr>
          <a:xfrm>
            <a:off x="199850" y="166650"/>
            <a:ext cx="2571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Z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197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7" name="Google Shape;1587;p197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8" name="Google Shape;1588;p197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9" name="Google Shape;1589;p197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0" name="Google Shape;1590;p197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1" name="Google Shape;1591;p197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2" name="Google Shape;1592;p197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3" name="Google Shape;1593;p197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4" name="Google Shape;1594;p197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5" name="Google Shape;1595;p197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6" name="Google Shape;1596;p197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7" name="Google Shape;1597;p197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8" name="Google Shape;1598;p197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9" name="Google Shape;1599;p197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0" name="Google Shape;1600;p197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1" name="Google Shape;1601;p197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2" name="Google Shape;1602;p197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3" name="Google Shape;1603;p197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4" name="Google Shape;1604;p197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5" name="Google Shape;1605;p197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6" name="Google Shape;1606;p197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7" name="Google Shape;1607;p197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8" name="Google Shape;1608;p197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9" name="Google Shape;1609;p197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0" name="Google Shape;1610;p197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1" name="Google Shape;1611;p197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98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7" name="Google Shape;1617;p198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8" name="Google Shape;1618;p198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9" name="Google Shape;1619;p198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0" name="Google Shape;1620;p198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1" name="Google Shape;1621;p198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2" name="Google Shape;1622;p198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3" name="Google Shape;1623;p198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4" name="Google Shape;1624;p198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5" name="Google Shape;1625;p198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6" name="Google Shape;1626;p198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7" name="Google Shape;1627;p198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8" name="Google Shape;1628;p198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9" name="Google Shape;1629;p198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0" name="Google Shape;1630;p198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1" name="Google Shape;1631;p198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2" name="Google Shape;1632;p198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3" name="Google Shape;1633;p198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4" name="Google Shape;1634;p198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5" name="Google Shape;1635;p198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6" name="Google Shape;1636;p198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7" name="Google Shape;1637;p198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8" name="Google Shape;1638;p198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9" name="Google Shape;1639;p198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0" name="Google Shape;1640;p198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1" name="Google Shape;1641;p198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2" name="Google Shape;1642;p198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43" name="Google Shape;1643;p198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4" name="Google Shape;1644;p198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99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0" name="Google Shape;1650;p199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1" name="Google Shape;1651;p199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2" name="Google Shape;1652;p199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3" name="Google Shape;1653;p199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4" name="Google Shape;1654;p199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5" name="Google Shape;1655;p199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6" name="Google Shape;1656;p199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7" name="Google Shape;1657;p199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8" name="Google Shape;1658;p199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9" name="Google Shape;1659;p199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0" name="Google Shape;1660;p199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1" name="Google Shape;1661;p199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2" name="Google Shape;1662;p199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3" name="Google Shape;1663;p199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4" name="Google Shape;1664;p199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5" name="Google Shape;1665;p199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6" name="Google Shape;1666;p199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7" name="Google Shape;1667;p199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8" name="Google Shape;1668;p199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69" name="Google Shape;1669;p199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0" name="Google Shape;1670;p199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1" name="Google Shape;1671;p199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2" name="Google Shape;1672;p199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3" name="Google Shape;1673;p199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4" name="Google Shape;1674;p199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5" name="Google Shape;1675;p199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76" name="Google Shape;1676;p199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7" name="Google Shape;1677;p199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8" name="Google Shape;1678;p199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79" name="Google Shape;1679;p199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0" name="Google Shape;1680;p199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20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6" name="Google Shape;1686;p20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7" name="Google Shape;1687;p20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8" name="Google Shape;1688;p20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9" name="Google Shape;1689;p20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0" name="Google Shape;1690;p20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1" name="Google Shape;1691;p20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2" name="Google Shape;1692;p20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3" name="Google Shape;1693;p20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4" name="Google Shape;1694;p20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5" name="Google Shape;1695;p20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6" name="Google Shape;1696;p20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7" name="Google Shape;1697;p20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8" name="Google Shape;1698;p20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9" name="Google Shape;1699;p20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0" name="Google Shape;1700;p20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1" name="Google Shape;1701;p20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2" name="Google Shape;1702;p20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3" name="Google Shape;1703;p20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4" name="Google Shape;1704;p20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5" name="Google Shape;1705;p20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6" name="Google Shape;1706;p20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7" name="Google Shape;1707;p20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8" name="Google Shape;1708;p20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9" name="Google Shape;1709;p20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0" name="Google Shape;1710;p20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1" name="Google Shape;1711;p200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12" name="Google Shape;1712;p200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3" name="Google Shape;1713;p200"/>
          <p:cNvSpPr/>
          <p:nvPr/>
        </p:nvSpPr>
        <p:spPr>
          <a:xfrm flipH="1" rot="10800000">
            <a:off x="565850" y="29618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4" name="Google Shape;1714;p200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15" name="Google Shape;1715;p200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6" name="Google Shape;1716;p200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7" name="Google Shape;1717;p200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18" name="Google Shape;1718;p200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19" name="Google Shape;1719;p200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201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5" name="Google Shape;1725;p201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6" name="Google Shape;1726;p201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7" name="Google Shape;1727;p201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8" name="Google Shape;1728;p201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9" name="Google Shape;1729;p201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0" name="Google Shape;1730;p201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1" name="Google Shape;1731;p201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2" name="Google Shape;1732;p201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3" name="Google Shape;1733;p201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4" name="Google Shape;1734;p201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5" name="Google Shape;1735;p201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6" name="Google Shape;1736;p201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7" name="Google Shape;1737;p201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8" name="Google Shape;1738;p201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9" name="Google Shape;1739;p201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0" name="Google Shape;1740;p201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1" name="Google Shape;1741;p201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2" name="Google Shape;1742;p201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3" name="Google Shape;1743;p201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4" name="Google Shape;1744;p201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5" name="Google Shape;1745;p201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6" name="Google Shape;1746;p201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7" name="Google Shape;1747;p201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8" name="Google Shape;1748;p201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9" name="Google Shape;1749;p201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0" name="Google Shape;1750;p201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1" name="Google Shape;1751;p201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2" name="Google Shape;1752;p201"/>
          <p:cNvSpPr/>
          <p:nvPr/>
        </p:nvSpPr>
        <p:spPr>
          <a:xfrm flipH="1" rot="10800000">
            <a:off x="565850" y="1296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3" name="Google Shape;1753;p201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4" name="Google Shape;1754;p201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5" name="Google Shape;1755;p201"/>
          <p:cNvSpPr/>
          <p:nvPr/>
        </p:nvSpPr>
        <p:spPr>
          <a:xfrm flipH="1" rot="10800000">
            <a:off x="565850" y="332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6" name="Google Shape;1756;p201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7" name="Google Shape;1757;p201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8" name="Google Shape;1758;p201"/>
          <p:cNvSpPr/>
          <p:nvPr/>
        </p:nvSpPr>
        <p:spPr>
          <a:xfrm flipH="1" rot="10800000">
            <a:off x="565850" y="47917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9" name="Google Shape;1759;p201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0" name="Google Shape;1760;p201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1" name="Google Shape;1761;p201"/>
          <p:cNvSpPr/>
          <p:nvPr/>
        </p:nvSpPr>
        <p:spPr>
          <a:xfrm flipH="1" rot="10800000">
            <a:off x="565850" y="3516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2" name="Google Shape;1762;p201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3" name="Google Shape;1763;p201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4" name="Google Shape;1764;p201"/>
          <p:cNvSpPr/>
          <p:nvPr/>
        </p:nvSpPr>
        <p:spPr>
          <a:xfrm flipH="1" rot="10800000">
            <a:off x="565850" y="29618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5" name="Google Shape;1765;p201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6" name="Google Shape;1766;p201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7" name="Google Shape;1767;p201"/>
          <p:cNvSpPr/>
          <p:nvPr/>
        </p:nvSpPr>
        <p:spPr>
          <a:xfrm flipH="1" rot="10800000">
            <a:off x="565850" y="741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68" name="Google Shape;1768;p201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9" name="Google Shape;1769;p201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0" name="Google Shape;1770;p201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1" name="Google Shape;1771;p201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2" name="Google Shape;1772;p201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3" name="Google Shape;1773;p201"/>
          <p:cNvSpPr/>
          <p:nvPr/>
        </p:nvSpPr>
        <p:spPr>
          <a:xfrm flipH="1" rot="10800000">
            <a:off x="565850" y="20367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4" name="Google Shape;1774;p201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5" name="Google Shape;1775;p201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6" name="Google Shape;1776;p201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7" name="Google Shape;1777;p201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8" name="Google Shape;1778;p201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9" name="Google Shape;1779;p201"/>
          <p:cNvSpPr/>
          <p:nvPr/>
        </p:nvSpPr>
        <p:spPr>
          <a:xfrm flipH="1" rot="10800000">
            <a:off x="565850" y="3701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0" name="Google Shape;1780;p201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1" name="Google Shape;1781;p201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2" name="Google Shape;1782;p201"/>
          <p:cNvSpPr/>
          <p:nvPr/>
        </p:nvSpPr>
        <p:spPr>
          <a:xfrm flipH="1" rot="10800000">
            <a:off x="565850" y="4626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3" name="Google Shape;1783;p201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4" name="Google Shape;1784;p201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5" name="Google Shape;1785;p201"/>
          <p:cNvSpPr/>
          <p:nvPr/>
        </p:nvSpPr>
        <p:spPr>
          <a:xfrm flipH="1" rot="10800000">
            <a:off x="565850" y="371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6" name="Google Shape;1786;p201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7" name="Google Shape;1787;p201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8" name="Google Shape;1788;p201"/>
          <p:cNvSpPr/>
          <p:nvPr/>
        </p:nvSpPr>
        <p:spPr>
          <a:xfrm flipH="1" rot="10800000">
            <a:off x="565850" y="4256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9" name="Google Shape;1789;p201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90" name="Google Shape;1790;p201"/>
          <p:cNvSpPr/>
          <p:nvPr/>
        </p:nvSpPr>
        <p:spPr>
          <a:xfrm flipH="1" rot="10800000">
            <a:off x="565850" y="166676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202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6" name="Google Shape;1796;p202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7" name="Google Shape;1797;p202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8" name="Google Shape;1798;p202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9" name="Google Shape;1799;p202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0" name="Google Shape;1800;p202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1" name="Google Shape;1801;p202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2" name="Google Shape;1802;p202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3" name="Google Shape;1803;p202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4" name="Google Shape;1804;p202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5" name="Google Shape;1805;p202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6" name="Google Shape;1806;p202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7" name="Google Shape;1807;p202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8" name="Google Shape;1808;p202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9" name="Google Shape;1809;p202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0" name="Google Shape;1810;p202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1" name="Google Shape;1811;p202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2" name="Google Shape;1812;p202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3" name="Google Shape;1813;p202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4" name="Google Shape;1814;p202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5" name="Google Shape;1815;p202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6" name="Google Shape;1816;p202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7" name="Google Shape;1817;p202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8" name="Google Shape;1818;p202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9" name="Google Shape;1819;p202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0" name="Google Shape;1820;p202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1" name="Google Shape;1821;p202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2" name="Google Shape;1822;p202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3" name="Google Shape;1823;p202"/>
          <p:cNvSpPr/>
          <p:nvPr/>
        </p:nvSpPr>
        <p:spPr>
          <a:xfrm flipH="1" rot="10800000">
            <a:off x="565850" y="1296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4" name="Google Shape;1824;p202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5" name="Google Shape;1825;p202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6" name="Google Shape;1826;p202"/>
          <p:cNvSpPr/>
          <p:nvPr/>
        </p:nvSpPr>
        <p:spPr>
          <a:xfrm flipH="1" rot="10800000">
            <a:off x="565850" y="332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7" name="Google Shape;1827;p202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8" name="Google Shape;1828;p202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9" name="Google Shape;1829;p202"/>
          <p:cNvSpPr/>
          <p:nvPr/>
        </p:nvSpPr>
        <p:spPr>
          <a:xfrm flipH="1" rot="10800000">
            <a:off x="565850" y="47917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0" name="Google Shape;1830;p202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1" name="Google Shape;1831;p202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2" name="Google Shape;1832;p202"/>
          <p:cNvSpPr/>
          <p:nvPr/>
        </p:nvSpPr>
        <p:spPr>
          <a:xfrm flipH="1" rot="10800000">
            <a:off x="565850" y="3516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3" name="Google Shape;1833;p202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4" name="Google Shape;1834;p202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5" name="Google Shape;1835;p202"/>
          <p:cNvSpPr/>
          <p:nvPr/>
        </p:nvSpPr>
        <p:spPr>
          <a:xfrm flipH="1" rot="10800000">
            <a:off x="565850" y="29618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6" name="Google Shape;1836;p202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7" name="Google Shape;1837;p202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8" name="Google Shape;1838;p202"/>
          <p:cNvSpPr/>
          <p:nvPr/>
        </p:nvSpPr>
        <p:spPr>
          <a:xfrm flipH="1" rot="10800000">
            <a:off x="565850" y="741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39" name="Google Shape;1839;p202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0" name="Google Shape;1840;p202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1" name="Google Shape;1841;p202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2" name="Google Shape;1842;p202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3" name="Google Shape;1843;p202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4" name="Google Shape;1844;p202"/>
          <p:cNvSpPr/>
          <p:nvPr/>
        </p:nvSpPr>
        <p:spPr>
          <a:xfrm flipH="1" rot="10800000">
            <a:off x="565850" y="20367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5" name="Google Shape;1845;p202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6" name="Google Shape;1846;p202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7" name="Google Shape;1847;p202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8" name="Google Shape;1848;p202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9" name="Google Shape;1849;p202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0" name="Google Shape;1850;p202"/>
          <p:cNvSpPr/>
          <p:nvPr/>
        </p:nvSpPr>
        <p:spPr>
          <a:xfrm flipH="1" rot="10800000">
            <a:off x="1846200" y="222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1" name="Google Shape;1851;p202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2" name="Google Shape;1852;p202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3" name="Google Shape;1853;p202"/>
          <p:cNvSpPr/>
          <p:nvPr/>
        </p:nvSpPr>
        <p:spPr>
          <a:xfrm flipH="1" rot="10800000">
            <a:off x="565850" y="3701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4" name="Google Shape;1854;p202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5" name="Google Shape;1855;p202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6" name="Google Shape;1856;p202"/>
          <p:cNvSpPr/>
          <p:nvPr/>
        </p:nvSpPr>
        <p:spPr>
          <a:xfrm flipH="1" rot="10800000">
            <a:off x="565850" y="4626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7" name="Google Shape;1857;p202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8" name="Google Shape;1858;p202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9" name="Google Shape;1859;p202"/>
          <p:cNvSpPr/>
          <p:nvPr/>
        </p:nvSpPr>
        <p:spPr>
          <a:xfrm flipH="1" rot="10800000">
            <a:off x="565850" y="371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60" name="Google Shape;1860;p202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1" name="Google Shape;1861;p202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62" name="Google Shape;1862;p202"/>
          <p:cNvSpPr/>
          <p:nvPr/>
        </p:nvSpPr>
        <p:spPr>
          <a:xfrm flipH="1" rot="10800000">
            <a:off x="565850" y="4256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63" name="Google Shape;1863;p202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4" name="Google Shape;1864;p202"/>
          <p:cNvSpPr/>
          <p:nvPr/>
        </p:nvSpPr>
        <p:spPr>
          <a:xfrm flipH="1" rot="10800000">
            <a:off x="565850" y="166676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203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0" name="Google Shape;1870;p203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1" name="Google Shape;1871;p203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2" name="Google Shape;1872;p203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3" name="Google Shape;1873;p203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4" name="Google Shape;1874;p203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5" name="Google Shape;1875;p203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6" name="Google Shape;1876;p203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7" name="Google Shape;1877;p203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8" name="Google Shape;1878;p203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9" name="Google Shape;1879;p203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0" name="Google Shape;1880;p203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1" name="Google Shape;1881;p203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2" name="Google Shape;1882;p203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3" name="Google Shape;1883;p203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4" name="Google Shape;1884;p203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5" name="Google Shape;1885;p203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6" name="Google Shape;1886;p203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7" name="Google Shape;1887;p203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8" name="Google Shape;1888;p203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89" name="Google Shape;1889;p203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0" name="Google Shape;1890;p203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1" name="Google Shape;1891;p203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2" name="Google Shape;1892;p203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3" name="Google Shape;1893;p203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4" name="Google Shape;1894;p203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5" name="Google Shape;1895;p203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96" name="Google Shape;1896;p203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7" name="Google Shape;1897;p203"/>
          <p:cNvSpPr/>
          <p:nvPr/>
        </p:nvSpPr>
        <p:spPr>
          <a:xfrm flipH="1" rot="10800000">
            <a:off x="565850" y="1296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8" name="Google Shape;1898;p203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99" name="Google Shape;1899;p203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0" name="Google Shape;1900;p203"/>
          <p:cNvSpPr/>
          <p:nvPr/>
        </p:nvSpPr>
        <p:spPr>
          <a:xfrm flipH="1" rot="10800000">
            <a:off x="565850" y="332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1" name="Google Shape;1901;p203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2" name="Google Shape;1902;p203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3" name="Google Shape;1903;p203"/>
          <p:cNvSpPr/>
          <p:nvPr/>
        </p:nvSpPr>
        <p:spPr>
          <a:xfrm flipH="1" rot="10800000">
            <a:off x="565850" y="47917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4" name="Google Shape;1904;p203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5" name="Google Shape;1905;p203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6" name="Google Shape;1906;p203"/>
          <p:cNvSpPr/>
          <p:nvPr/>
        </p:nvSpPr>
        <p:spPr>
          <a:xfrm flipH="1" rot="10800000">
            <a:off x="565850" y="3516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7" name="Google Shape;1907;p203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8" name="Google Shape;1908;p203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9" name="Google Shape;1909;p203"/>
          <p:cNvSpPr/>
          <p:nvPr/>
        </p:nvSpPr>
        <p:spPr>
          <a:xfrm flipH="1" rot="10800000">
            <a:off x="565850" y="29618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0" name="Google Shape;1910;p203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1" name="Google Shape;1911;p203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2" name="Google Shape;1912;p203"/>
          <p:cNvSpPr/>
          <p:nvPr/>
        </p:nvSpPr>
        <p:spPr>
          <a:xfrm flipH="1" rot="10800000">
            <a:off x="565850" y="741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3" name="Google Shape;1913;p203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4" name="Google Shape;1914;p203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5" name="Google Shape;1915;p203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6" name="Google Shape;1916;p203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7" name="Google Shape;1917;p203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8" name="Google Shape;1918;p203"/>
          <p:cNvSpPr/>
          <p:nvPr/>
        </p:nvSpPr>
        <p:spPr>
          <a:xfrm flipH="1" rot="10800000">
            <a:off x="565850" y="20367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9" name="Google Shape;1919;p203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0" name="Google Shape;1920;p203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1" name="Google Shape;1921;p203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2" name="Google Shape;1922;p203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3" name="Google Shape;1923;p203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4" name="Google Shape;1924;p203"/>
          <p:cNvSpPr/>
          <p:nvPr/>
        </p:nvSpPr>
        <p:spPr>
          <a:xfrm flipH="1" rot="10800000">
            <a:off x="1846200" y="222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5" name="Google Shape;1925;p203"/>
          <p:cNvSpPr/>
          <p:nvPr/>
        </p:nvSpPr>
        <p:spPr>
          <a:xfrm>
            <a:off x="3498850" y="2221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6" name="Google Shape;1926;p203"/>
          <p:cNvSpPr/>
          <p:nvPr/>
        </p:nvSpPr>
        <p:spPr>
          <a:xfrm>
            <a:off x="4314850" y="2221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7" name="Google Shape;1927;p203"/>
          <p:cNvSpPr/>
          <p:nvPr/>
        </p:nvSpPr>
        <p:spPr>
          <a:xfrm flipH="1" rot="10800000">
            <a:off x="3126550" y="222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28" name="Google Shape;1928;p203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9" name="Google Shape;1929;p203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0" name="Google Shape;1930;p203"/>
          <p:cNvSpPr/>
          <p:nvPr/>
        </p:nvSpPr>
        <p:spPr>
          <a:xfrm flipH="1" rot="10800000">
            <a:off x="565850" y="3701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1" name="Google Shape;1931;p203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2" name="Google Shape;1932;p203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3" name="Google Shape;1933;p203"/>
          <p:cNvSpPr/>
          <p:nvPr/>
        </p:nvSpPr>
        <p:spPr>
          <a:xfrm flipH="1" rot="10800000">
            <a:off x="565850" y="4626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4" name="Google Shape;1934;p203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5" name="Google Shape;1935;p203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6" name="Google Shape;1936;p203"/>
          <p:cNvSpPr/>
          <p:nvPr/>
        </p:nvSpPr>
        <p:spPr>
          <a:xfrm flipH="1" rot="10800000">
            <a:off x="565850" y="371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7" name="Google Shape;1937;p203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8" name="Google Shape;1938;p203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9" name="Google Shape;1939;p203"/>
          <p:cNvSpPr/>
          <p:nvPr/>
        </p:nvSpPr>
        <p:spPr>
          <a:xfrm flipH="1" rot="10800000">
            <a:off x="565850" y="4256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0" name="Google Shape;1940;p203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1" name="Google Shape;1941;p203"/>
          <p:cNvSpPr/>
          <p:nvPr/>
        </p:nvSpPr>
        <p:spPr>
          <a:xfrm flipH="1" rot="10800000">
            <a:off x="565850" y="166676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204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7" name="Google Shape;1947;p204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8" name="Google Shape;1948;p204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9" name="Google Shape;1949;p204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0" name="Google Shape;1950;p204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1" name="Google Shape;1951;p204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2" name="Google Shape;1952;p204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3" name="Google Shape;1953;p204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4" name="Google Shape;1954;p204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5" name="Google Shape;1955;p204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6" name="Google Shape;1956;p204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7" name="Google Shape;1957;p204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8" name="Google Shape;1958;p204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9" name="Google Shape;1959;p204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0" name="Google Shape;1960;p204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1" name="Google Shape;1961;p204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2" name="Google Shape;1962;p204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3" name="Google Shape;1963;p204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4" name="Google Shape;1964;p204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5" name="Google Shape;1965;p204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6" name="Google Shape;1966;p204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7" name="Google Shape;1967;p204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8" name="Google Shape;1968;p204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9" name="Google Shape;1969;p204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0" name="Google Shape;1970;p204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1" name="Google Shape;1971;p204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2" name="Google Shape;1972;p204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73" name="Google Shape;1973;p204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4" name="Google Shape;1974;p204"/>
          <p:cNvSpPr/>
          <p:nvPr/>
        </p:nvSpPr>
        <p:spPr>
          <a:xfrm flipH="1" rot="10800000">
            <a:off x="565850" y="1296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5" name="Google Shape;1975;p204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76" name="Google Shape;1976;p204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7" name="Google Shape;1977;p204"/>
          <p:cNvSpPr/>
          <p:nvPr/>
        </p:nvSpPr>
        <p:spPr>
          <a:xfrm flipH="1" rot="10800000">
            <a:off x="565850" y="332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8" name="Google Shape;1978;p204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79" name="Google Shape;1979;p204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0" name="Google Shape;1980;p204"/>
          <p:cNvSpPr/>
          <p:nvPr/>
        </p:nvSpPr>
        <p:spPr>
          <a:xfrm flipH="1" rot="10800000">
            <a:off x="565850" y="47917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1" name="Google Shape;1981;p204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82" name="Google Shape;1982;p204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3" name="Google Shape;1983;p204"/>
          <p:cNvSpPr/>
          <p:nvPr/>
        </p:nvSpPr>
        <p:spPr>
          <a:xfrm flipH="1" rot="10800000">
            <a:off x="565850" y="3516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4" name="Google Shape;1984;p204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85" name="Google Shape;1985;p204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6" name="Google Shape;1986;p204"/>
          <p:cNvSpPr/>
          <p:nvPr/>
        </p:nvSpPr>
        <p:spPr>
          <a:xfrm flipH="1" rot="10800000">
            <a:off x="565850" y="29618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7" name="Google Shape;1987;p204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88" name="Google Shape;1988;p204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9" name="Google Shape;1989;p204"/>
          <p:cNvSpPr/>
          <p:nvPr/>
        </p:nvSpPr>
        <p:spPr>
          <a:xfrm flipH="1" rot="10800000">
            <a:off x="565850" y="741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0" name="Google Shape;1990;p204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91" name="Google Shape;1991;p204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2" name="Google Shape;1992;p204"/>
          <p:cNvSpPr/>
          <p:nvPr/>
        </p:nvSpPr>
        <p:spPr>
          <a:xfrm flipH="1" rot="10800000">
            <a:off x="565850" y="222173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3" name="Google Shape;1993;p204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94" name="Google Shape;1994;p204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5" name="Google Shape;1995;p204"/>
          <p:cNvSpPr/>
          <p:nvPr/>
        </p:nvSpPr>
        <p:spPr>
          <a:xfrm flipH="1" rot="10800000">
            <a:off x="565850" y="20367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6" name="Google Shape;1996;p204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97" name="Google Shape;1997;p204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8" name="Google Shape;1998;p204"/>
          <p:cNvSpPr/>
          <p:nvPr/>
        </p:nvSpPr>
        <p:spPr>
          <a:xfrm flipH="1" rot="10800000">
            <a:off x="565850" y="2406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9" name="Google Shape;1999;p204"/>
          <p:cNvSpPr/>
          <p:nvPr/>
        </p:nvSpPr>
        <p:spPr>
          <a:xfrm>
            <a:off x="2218500" y="3516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Spike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00" name="Google Shape;2000;p204"/>
          <p:cNvSpPr/>
          <p:nvPr/>
        </p:nvSpPr>
        <p:spPr>
          <a:xfrm>
            <a:off x="3034500" y="3516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1" name="Google Shape;2001;p204"/>
          <p:cNvSpPr/>
          <p:nvPr/>
        </p:nvSpPr>
        <p:spPr>
          <a:xfrm flipH="1" rot="10800000">
            <a:off x="1846200" y="3516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2" name="Google Shape;2002;p204"/>
          <p:cNvSpPr/>
          <p:nvPr/>
        </p:nvSpPr>
        <p:spPr>
          <a:xfrm>
            <a:off x="2218500" y="1296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Ganon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03" name="Google Shape;2003;p204"/>
          <p:cNvSpPr/>
          <p:nvPr/>
        </p:nvSpPr>
        <p:spPr>
          <a:xfrm>
            <a:off x="3034500" y="1296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4" name="Google Shape;2004;p204"/>
          <p:cNvSpPr/>
          <p:nvPr/>
        </p:nvSpPr>
        <p:spPr>
          <a:xfrm flipH="1" rot="10800000">
            <a:off x="1846200" y="1296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5" name="Google Shape;2005;p204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06" name="Google Shape;2006;p204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7" name="Google Shape;2007;p204"/>
          <p:cNvSpPr/>
          <p:nvPr/>
        </p:nvSpPr>
        <p:spPr>
          <a:xfrm flipH="1" rot="10800000">
            <a:off x="1846200" y="222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8" name="Google Shape;2008;p204"/>
          <p:cNvSpPr/>
          <p:nvPr/>
        </p:nvSpPr>
        <p:spPr>
          <a:xfrm>
            <a:off x="3498850" y="22217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09" name="Google Shape;2009;p204"/>
          <p:cNvSpPr/>
          <p:nvPr/>
        </p:nvSpPr>
        <p:spPr>
          <a:xfrm>
            <a:off x="4314850" y="22217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0" name="Google Shape;2010;p204"/>
          <p:cNvSpPr/>
          <p:nvPr/>
        </p:nvSpPr>
        <p:spPr>
          <a:xfrm flipH="1" rot="10800000">
            <a:off x="3126550" y="222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1" name="Google Shape;2011;p204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12" name="Google Shape;2012;p204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3" name="Google Shape;2013;p204"/>
          <p:cNvSpPr/>
          <p:nvPr/>
        </p:nvSpPr>
        <p:spPr>
          <a:xfrm flipH="1" rot="10800000">
            <a:off x="565850" y="37018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4" name="Google Shape;2014;p204"/>
          <p:cNvSpPr/>
          <p:nvPr/>
        </p:nvSpPr>
        <p:spPr>
          <a:xfrm>
            <a:off x="2218500" y="36962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Toadette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15" name="Google Shape;2015;p204"/>
          <p:cNvSpPr/>
          <p:nvPr/>
        </p:nvSpPr>
        <p:spPr>
          <a:xfrm>
            <a:off x="3034500" y="36962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6" name="Google Shape;2016;p204"/>
          <p:cNvSpPr/>
          <p:nvPr/>
        </p:nvSpPr>
        <p:spPr>
          <a:xfrm flipH="1" rot="10800000">
            <a:off x="1846200" y="36962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7" name="Google Shape;2017;p204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18" name="Google Shape;2018;p204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9" name="Google Shape;2019;p204"/>
          <p:cNvSpPr/>
          <p:nvPr/>
        </p:nvSpPr>
        <p:spPr>
          <a:xfrm flipH="1" rot="10800000">
            <a:off x="565850" y="4626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0" name="Google Shape;2020;p204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21" name="Google Shape;2021;p204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2" name="Google Shape;2022;p204"/>
          <p:cNvSpPr/>
          <p:nvPr/>
        </p:nvSpPr>
        <p:spPr>
          <a:xfrm flipH="1" rot="10800000">
            <a:off x="565850" y="371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3" name="Google Shape;2023;p204"/>
          <p:cNvSpPr/>
          <p:nvPr/>
        </p:nvSpPr>
        <p:spPr>
          <a:xfrm>
            <a:off x="2218500" y="741778"/>
            <a:ext cx="10437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Donkey Kong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24" name="Google Shape;2024;p204"/>
          <p:cNvSpPr/>
          <p:nvPr/>
        </p:nvSpPr>
        <p:spPr>
          <a:xfrm>
            <a:off x="3262123" y="741775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5" name="Google Shape;2025;p204"/>
          <p:cNvSpPr/>
          <p:nvPr/>
        </p:nvSpPr>
        <p:spPr>
          <a:xfrm flipH="1" rot="10800000">
            <a:off x="1846200" y="74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6" name="Google Shape;2026;p204"/>
          <p:cNvSpPr/>
          <p:nvPr/>
        </p:nvSpPr>
        <p:spPr>
          <a:xfrm>
            <a:off x="3733425" y="741753"/>
            <a:ext cx="10437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Diddy Kong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27" name="Google Shape;2027;p204"/>
          <p:cNvSpPr/>
          <p:nvPr/>
        </p:nvSpPr>
        <p:spPr>
          <a:xfrm>
            <a:off x="4777048" y="741750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8" name="Google Shape;2028;p204"/>
          <p:cNvSpPr/>
          <p:nvPr/>
        </p:nvSpPr>
        <p:spPr>
          <a:xfrm flipH="1" rot="10800000">
            <a:off x="3361125" y="74176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9" name="Google Shape;2029;p204"/>
          <p:cNvSpPr/>
          <p:nvPr/>
        </p:nvSpPr>
        <p:spPr>
          <a:xfrm>
            <a:off x="2218500" y="37242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Bowser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0" name="Google Shape;2030;p204"/>
          <p:cNvSpPr/>
          <p:nvPr/>
        </p:nvSpPr>
        <p:spPr>
          <a:xfrm>
            <a:off x="3034500" y="37242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1" name="Google Shape;2031;p204"/>
          <p:cNvSpPr/>
          <p:nvPr/>
        </p:nvSpPr>
        <p:spPr>
          <a:xfrm flipH="1" rot="10800000">
            <a:off x="1846200" y="37242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2" name="Google Shape;2032;p204"/>
          <p:cNvSpPr/>
          <p:nvPr/>
        </p:nvSpPr>
        <p:spPr>
          <a:xfrm>
            <a:off x="3498850" y="371778"/>
            <a:ext cx="924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Bowser Jr.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3" name="Google Shape;2033;p204"/>
          <p:cNvSpPr/>
          <p:nvPr/>
        </p:nvSpPr>
        <p:spPr>
          <a:xfrm>
            <a:off x="4422701" y="371775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4" name="Google Shape;2034;p204"/>
          <p:cNvSpPr/>
          <p:nvPr/>
        </p:nvSpPr>
        <p:spPr>
          <a:xfrm flipH="1" rot="10800000">
            <a:off x="3126550" y="3717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5" name="Google Shape;2035;p204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6" name="Google Shape;2036;p204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7" name="Google Shape;2037;p204"/>
          <p:cNvSpPr/>
          <p:nvPr/>
        </p:nvSpPr>
        <p:spPr>
          <a:xfrm flipH="1" rot="10800000">
            <a:off x="565850" y="42568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8" name="Google Shape;2038;p204"/>
          <p:cNvSpPr/>
          <p:nvPr/>
        </p:nvSpPr>
        <p:spPr>
          <a:xfrm>
            <a:off x="2218500" y="4255575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9" name="Google Shape;2039;p204"/>
          <p:cNvSpPr/>
          <p:nvPr/>
        </p:nvSpPr>
        <p:spPr>
          <a:xfrm>
            <a:off x="3034500" y="4255572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0" name="Google Shape;2040;p204"/>
          <p:cNvSpPr/>
          <p:nvPr/>
        </p:nvSpPr>
        <p:spPr>
          <a:xfrm flipH="1" rot="10800000">
            <a:off x="1846200" y="4255575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1" name="Google Shape;2041;p204"/>
          <p:cNvSpPr/>
          <p:nvPr/>
        </p:nvSpPr>
        <p:spPr>
          <a:xfrm>
            <a:off x="2218500" y="2961803"/>
            <a:ext cx="11427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Petey Piranha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42" name="Google Shape;2042;p204"/>
          <p:cNvSpPr/>
          <p:nvPr/>
        </p:nvSpPr>
        <p:spPr>
          <a:xfrm>
            <a:off x="3361125" y="2961800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3" name="Google Shape;2043;p204"/>
          <p:cNvSpPr/>
          <p:nvPr/>
        </p:nvSpPr>
        <p:spPr>
          <a:xfrm flipH="1" rot="10800000">
            <a:off x="1846200" y="296181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4" name="Google Shape;2044;p204"/>
          <p:cNvSpPr/>
          <p:nvPr/>
        </p:nvSpPr>
        <p:spPr>
          <a:xfrm>
            <a:off x="5248350" y="741741"/>
            <a:ext cx="10437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Dry Bones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45" name="Google Shape;2045;p204"/>
          <p:cNvSpPr/>
          <p:nvPr/>
        </p:nvSpPr>
        <p:spPr>
          <a:xfrm>
            <a:off x="6291973" y="741738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6" name="Google Shape;2046;p204"/>
          <p:cNvSpPr/>
          <p:nvPr/>
        </p:nvSpPr>
        <p:spPr>
          <a:xfrm flipH="1" rot="10800000">
            <a:off x="4876050" y="7417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7" name="Google Shape;2047;p204"/>
          <p:cNvSpPr/>
          <p:nvPr/>
        </p:nvSpPr>
        <p:spPr>
          <a:xfrm>
            <a:off x="3498850" y="3700329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Tom Nook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48" name="Google Shape;2048;p204"/>
          <p:cNvSpPr/>
          <p:nvPr/>
        </p:nvSpPr>
        <p:spPr>
          <a:xfrm>
            <a:off x="4314850" y="3701808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9" name="Google Shape;2049;p204"/>
          <p:cNvSpPr/>
          <p:nvPr/>
        </p:nvSpPr>
        <p:spPr>
          <a:xfrm flipH="1" rot="10800000">
            <a:off x="3126550" y="3700329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0" name="Google Shape;2050;p204"/>
          <p:cNvSpPr/>
          <p:nvPr/>
        </p:nvSpPr>
        <p:spPr>
          <a:xfrm>
            <a:off x="2218500" y="2031788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K.K. Slider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051" name="Google Shape;2051;p204"/>
          <p:cNvSpPr/>
          <p:nvPr/>
        </p:nvSpPr>
        <p:spPr>
          <a:xfrm>
            <a:off x="3034500" y="2031784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2" name="Google Shape;2052;p204"/>
          <p:cNvSpPr/>
          <p:nvPr/>
        </p:nvSpPr>
        <p:spPr>
          <a:xfrm flipH="1" rot="10800000">
            <a:off x="1846200" y="2031788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53" name="Google Shape;2053;p204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54" name="Google Shape;2054;p204"/>
          <p:cNvSpPr/>
          <p:nvPr/>
        </p:nvSpPr>
        <p:spPr>
          <a:xfrm flipH="1" rot="10800000">
            <a:off x="565850" y="1666763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20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20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endParaRPr>
              <a:solidFill>
                <a:srgbClr val="00000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207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0" name="Google Shape;2070;p207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1" name="Google Shape;2071;p207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2" name="Google Shape;2072;p207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3" name="Google Shape;2073;p207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4" name="Google Shape;2074;p207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5" name="Google Shape;2075;p207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6" name="Google Shape;2076;p207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7" name="Google Shape;2077;p207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8" name="Google Shape;2078;p207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9" name="Google Shape;2079;p207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0" name="Google Shape;2080;p207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1" name="Google Shape;2081;p207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2" name="Google Shape;2082;p207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3" name="Google Shape;2083;p207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4" name="Google Shape;2084;p207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5" name="Google Shape;2085;p207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6" name="Google Shape;2086;p207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7" name="Google Shape;2087;p207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8" name="Google Shape;2088;p207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9" name="Google Shape;2089;p207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0" name="Google Shape;2090;p207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1" name="Google Shape;2091;p207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2" name="Google Shape;2092;p207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3" name="Google Shape;2093;p207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4" name="Google Shape;2094;p207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5" name="Google Shape;2095;p207"/>
          <p:cNvSpPr txBox="1"/>
          <p:nvPr/>
        </p:nvSpPr>
        <p:spPr>
          <a:xfrm>
            <a:off x="0" y="166650"/>
            <a:ext cx="4569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Laa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Lab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Lac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Lad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Lae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Laf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Lag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Lak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Lio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6" name="Google Shape;2096;p207"/>
          <p:cNvSpPr/>
          <p:nvPr/>
        </p:nvSpPr>
        <p:spPr>
          <a:xfrm>
            <a:off x="938150" y="38916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97" name="Google Shape;2097;p207"/>
          <p:cNvSpPr/>
          <p:nvPr/>
        </p:nvSpPr>
        <p:spPr>
          <a:xfrm>
            <a:off x="1754150" y="38915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8" name="Google Shape;2098;p207"/>
          <p:cNvSpPr/>
          <p:nvPr/>
        </p:nvSpPr>
        <p:spPr>
          <a:xfrm flipH="1" rot="10800000">
            <a:off x="565850" y="38916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99" name="Google Shape;2099;p207"/>
          <p:cNvSpPr/>
          <p:nvPr/>
        </p:nvSpPr>
        <p:spPr>
          <a:xfrm>
            <a:off x="938150" y="314865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00" name="Google Shape;2100;p207"/>
          <p:cNvSpPr/>
          <p:nvPr/>
        </p:nvSpPr>
        <p:spPr>
          <a:xfrm>
            <a:off x="1754150" y="314864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1" name="Google Shape;2101;p207"/>
          <p:cNvSpPr/>
          <p:nvPr/>
        </p:nvSpPr>
        <p:spPr>
          <a:xfrm flipH="1" rot="10800000">
            <a:off x="565850" y="314865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2" name="Google Shape;2102;p207"/>
          <p:cNvSpPr/>
          <p:nvPr/>
        </p:nvSpPr>
        <p:spPr>
          <a:xfrm>
            <a:off x="938150" y="2596200"/>
            <a:ext cx="8160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03" name="Google Shape;2103;p207"/>
          <p:cNvSpPr/>
          <p:nvPr/>
        </p:nvSpPr>
        <p:spPr>
          <a:xfrm>
            <a:off x="1754150" y="2596197"/>
            <a:ext cx="185100" cy="144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4" name="Google Shape;2104;p207"/>
          <p:cNvSpPr/>
          <p:nvPr/>
        </p:nvSpPr>
        <p:spPr>
          <a:xfrm flipH="1" rot="10800000">
            <a:off x="565850" y="2596200"/>
            <a:ext cx="372300" cy="144900"/>
          </a:xfrm>
          <a:prstGeom prst="rightArrow">
            <a:avLst>
              <a:gd fmla="val 16036" name="adj1"/>
              <a:gd fmla="val 85731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20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</a:t>
            </a:r>
            <a:r>
              <a:rPr lang="en"/>
              <a:t>(</a:t>
            </a:r>
            <a:r>
              <a:rPr i="1" lang="en"/>
              <a:t>n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20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</a:t>
            </a:r>
            <a:r>
              <a:rPr lang="en"/>
              <a:t>(</a:t>
            </a:r>
            <a:r>
              <a:rPr i="1" lang="en"/>
              <a:t>n</a:t>
            </a:r>
            <a:r>
              <a:rPr lang="en"/>
              <a:t>/</a:t>
            </a:r>
            <a:r>
              <a:rPr i="1" lang="en"/>
              <a:t>k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2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</a:t>
            </a:r>
            <a:r>
              <a:rPr lang="en"/>
              <a:t>(</a:t>
            </a:r>
            <a:r>
              <a:rPr i="1" lang="en"/>
              <a:t>n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2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</a:t>
            </a:r>
            <a:r>
              <a:rPr lang="en"/>
              <a:t>(</a:t>
            </a:r>
            <a:r>
              <a:rPr lang="en"/>
              <a:t>1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2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tries</a:t>
            </a:r>
            <a:endParaRPr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4" name="Google Shape;2134;p213"/>
          <p:cNvPicPr preferRelativeResize="0"/>
          <p:nvPr/>
        </p:nvPicPr>
        <p:blipFill rotWithShape="1">
          <a:blip r:embed="rId3">
            <a:alphaModFix/>
          </a:blip>
          <a:srcRect b="4111" l="0" r="0" t="4111"/>
          <a:stretch/>
        </p:blipFill>
        <p:spPr>
          <a:xfrm>
            <a:off x="152400" y="290200"/>
            <a:ext cx="8839200" cy="456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9" name="Google Shape;2139;p214"/>
          <p:cNvPicPr preferRelativeResize="0"/>
          <p:nvPr/>
        </p:nvPicPr>
        <p:blipFill rotWithShape="1">
          <a:blip r:embed="rId3">
            <a:alphaModFix/>
          </a:blip>
          <a:srcRect b="4111" l="0" r="0" t="4111"/>
          <a:stretch/>
        </p:blipFill>
        <p:spPr>
          <a:xfrm>
            <a:off x="152400" y="290200"/>
            <a:ext cx="8839200" cy="456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4" name="Google Shape;2144;p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9" name="Google Shape;2149;p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6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4" name="Google Shape;2154;p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9" name="Google Shape;2159;p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9" name="Google Shape;2169;p2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4" name="Google Shape;2174;p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9" name="Google Shape;2179;p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4" name="Google Shape;2184;p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*children[26];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2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 *trie;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2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i="1" lang="en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4" name="Google Shape;2204;p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87" y="0"/>
            <a:ext cx="38576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9" name="Google Shape;2209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