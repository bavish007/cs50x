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54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159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57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47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51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160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15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3357BA-DF19-40F0-A541-F154C556AD61}">
  <a:tblStyle styleId="{973357BA-DF19-40F0-A541-F154C556AD6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50.smugmug.com/CS50-2023-Week-0-AW/i-JrZ6V2w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50.smugmug.com/CS50-2023-Week-0-AW/i-JrZ6V2w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s50.smugmug.com/CS50-2023-Week-0-AW/i-JrZ6V2w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sciichart.com/" TargetMode="Externa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light-bulb/" TargetMode="Externa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British_and_American_keyboards" TargetMode="Externa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upport.apple.com/guide/mac-help/enter-characters-with-accent-marks-on-mac-mh27474/12.0/mac/12.0" TargetMode="Externa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face-with-tears-of-joy/" TargetMode="Externa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face-with-tears-of-joy" TargetMode="Externa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telegram/telemoji-november-2023/face-with-tears-of-joy" TargetMode="Externa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reddit.com/" TargetMode="Externa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7.4/face-with-tears-of-joy" TargetMode="Externa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p3q9MM__h-M" TargetMode="Externa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pps.apple.com/us/app/contacts/id1069512615#?platform=iphone" TargetMode="Externa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intendo.fandom.com/wiki/Nintendo_characters#Mario_series_(including_sub-franchises)" TargetMode="Externa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.mit.edu/projects/326949981/editor/" TargetMode="Externa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scratch-wiki.info/wiki/User_Interface#Code_Tab" TargetMode="Externa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4889664db8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4889664db8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7bbece32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7bbece32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yourself to 2+…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e71d0484e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e71d0484e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TODO: secret message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8a7f179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8a7f179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https://cs50.smugmug.com/CS50-2023-Week-0-AW/i-JrZ6V2w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8a7f179f5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8a7f179f5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https://cs50.smugmug.com/CS50-2023-Week-0-AW/i-JrZ6V2w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8a7f179f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8a7f179f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https://cs50.smugmug.com/CS50-2023-Week-0-AW/i-JrZ6V2w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51f46b23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51f46b23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chat*.py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8a7f179f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8a7f179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51f46b23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51f46b23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51f46b23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51f46b23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51f46b23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51f46b23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4889664db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4889664db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of information: how represent it, how process it?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4889664db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4889664db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ideas from computer science to solving problems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4889664db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4889664db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16215f433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16215f433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process, have to represent information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889664db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889664db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on hand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889664db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4889664db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STRESS BALL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bd54ace3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bd54ace3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use 2 digits?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4889664db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4889664db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4889664db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4889664db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4889664db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4889664db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889664db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4889664db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store 0s and 1s?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92962e8aa_6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492962e8aa_6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492962e8aa_6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492962e8aa_6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492962e8aa_6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492962e8aa_6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92962e8aa_6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492962e8aa_6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MUSIC STAND WITH STAGE BULBS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fe6ddd0b2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fe6ddd0b2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fe6ddd0b2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fe6ddd0b2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e6ddd0b2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e6ddd0b2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fe6ddd0b2f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fe6ddd0b2f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fe6ddd0b2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fe6ddd0b2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fe6ddd0b2f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fe6ddd0b2f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fe6ddd0b2f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fe6ddd0b2f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e6ddd0b2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fe6ddd0b2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fe6ddd0b2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fe6ddd0b2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fe6ddd0b2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fe6ddd0b2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fe6ddd0b2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fe6ddd0b2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fe6ddd0b2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fe6ddd0b2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4889664db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4889664db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4889664db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4889664db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94fba800c4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94fba800c4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1c0602a7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41c0602a7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1c0602a78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41c0602a78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41c0602a7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41c0602a7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41c0602a78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41c0602a78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1c0602a78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1c0602a78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41c0602a78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41c0602a78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41c0602a78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41c0602a78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41c0602a78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41c0602a78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41c0602a78_1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41c0602a78_1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41c0602a78_1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41c0602a78_1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41c0602a78_1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41c0602a78_1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4fba800c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4fba800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41c0602a78_1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41c0602a78_1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41c0602a78_1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41c0602a78_1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41c0602a78_1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41c0602a78_1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41c0602a78_1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41c0602a78_1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41c0602a78_1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41c0602a78_1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41c0602a78_1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41c0602a78_1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41c0602a78_1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41c0602a78_1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41c0602a78_1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41c0602a78_1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14889664db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14889664db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4889664db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4889664db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4889664db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4889664db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octet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8fb3d840b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8fb3d840b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8fb3d840b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8fb3d840b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255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409d1a31b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409d1a31b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8fb3d840b4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8fb3d840b4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409d1a31b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409d1a31b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409d1a31b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409d1a31b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4889664db8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4889664db8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4889664db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4889664db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4889664db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4889664db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94fba800c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94fba800c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8fb3d840b4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8fb3d840b4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8fb3d840b4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8fb3d840b4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409d1a31b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409d1a31b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651f46b23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651f46b2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651f46b23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651f46b23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51f46b23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651f46b23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51f46b23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651f46b23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7bd54ace3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27bd54ace3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https://asciichart.com/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BOW</a:t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2a437683298_5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2a437683298_5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48a7f179f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48a7f179f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48a7f179f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48a7f179f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https://emojipedia.org/light-bulb/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409d1a31b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409d1a31b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https://en.wikipedia.org/wiki/British_and_American_keyboards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how to represent other symbols?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409d1a31b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409d1a31b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https://support.apple.com/guide/mac-help/enter-characters-with-accent-marks-on-mac-mh27474/12.0/mac/12.0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409d1a31b6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409d1a31b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409d1a31b6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409d1a31b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ec4a7e6be2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ec4a7e6be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ec4a7e6be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ec4a7e6be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billion, 36 million, 991 thousand, 1 hundred 6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8fb3d840b4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8fb3d840b4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8fb3d840b4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8fb3d840b4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https://emojipedia.org/face-with-tears-of-joy/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Apple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8fb3d840b4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8fb3d840b4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https://emojipedia.org/face-with-tears-of-joy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</a:t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ec4a7e6be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ec4a7e6be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https://emojipedia.org/telegram/telemoji-november-2023/face-with-tears-of-joy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Telegram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409d1a31b6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409d1a31b6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48a7f179f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48a7f179f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https://www.reddit.com/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41c0602a78_1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41c0602a78_1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41c0602a78_1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41c0602a78_1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41c0602a78_1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41c0602a78_1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41c0602a78_1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41c0602a78_1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41c0602a78_1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41c0602a78_1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be #484921ff, but brightened for projectors.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78a6f4c935bc918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78a6f4c935bc918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is actually #484921ff.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8fb3d840b4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8fb3d840b4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https://emojipedia.org/apple/ios-17.4/face-with-tears-of-joy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8fb3d840b4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fb3d840b4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8fb3d840b4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8fb3d840b4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8fb3d840b4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8fb3d840b4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https://youtu.be/p3q9MM__h-M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4193ad8eb2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4193ad8eb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note, duration, volume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416215f433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416215f433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416215f433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416215f433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94fba800c4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94fba800c4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4fba800c4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4fba800c4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ed3b88704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ed3b88704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BOOK</a:t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409d1a31b6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409d1a31b6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409d1a31b6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409d1a31b6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409d1a31b6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409d1a31b6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41c0602a78_1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41c0602a78_1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41c0602a78_1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41c0602a78_1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409d1a31b6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409d1a31b6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8fb3d840b4_1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8fb3d840b4_1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8fb3d840b4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8fb3d840b4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8fb3d840b4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8fb3d840b4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41907da2bc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41907da2bc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41907da2bc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41907da2bc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41907da2bc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41907da2bc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41907da2b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41907da2b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41907da2bc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41907da2bc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48c5f4146c_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148c5f4146c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8fb3d840b4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8fb3d840b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651f46b23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651f46b23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41c762959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41c762959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14889664db8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14889664db8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https://scratch.mit.edu/projects/326949981/editor/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7a58b8ce8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7a58b8ce8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41c0602a78_1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41c0602a78_1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https://en.scratch-wiki.info/wiki/User_Interface#Code_Tab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41c0602a78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41c0602a78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7a58b8ce8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7a58b8ce8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7a58b8ce8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7a58b8ce8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7a58b8ce8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7a58b8ce8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ec4a7e6be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ec4a7e6be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651f46b23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651f46b23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</a:t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41c0602a78_1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41c0602a78_1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with argument and side effect</a:t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651f46b23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651f46b23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8fb3d840b4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8fb3d840b4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4193ad8eb2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4193ad8eb2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4193ad8eb2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4193ad8eb2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4193ad8eb2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4193ad8eb2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4193ad8eb2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4193ad8eb2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41c0602a78_1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41c0602a78_1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hello1</a:t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8fb3d840b4_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8fb3d840b4_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651f46b23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651f46b23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4193ad8eb2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4193ad8eb2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4193ad8eb2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4193ad8eb2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4193ad8eb2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4193ad8eb2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4193ad8eb2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4193ad8eb2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41c0602a78_1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41c0602a78_1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 from one function as argument to other function</a:t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4193ad8eb2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4193ad8eb2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4193ad8eb2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4193ad8eb2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4193ad8eb2_1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4193ad8eb2_1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4193ad8eb2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4193ad8eb2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4193ad8eb2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4193ad8eb2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4193ad8eb2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4193ad8eb2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4193ad8eb2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4193ad8eb2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4193ad8eb2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4193ad8eb2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hello2</a:t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651f46b23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651f46b23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651f46b23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3651f46b23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651f46b23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651f46b23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651f46b23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651f46b23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7bd54ace3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7bd54ace3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fe6f346d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fe6f346d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harvard.edu/college" TargetMode="External"/><Relationship Id="rId4" Type="http://schemas.openxmlformats.org/officeDocument/2006/relationships/hyperlink" Target="https://cs50.courses" TargetMode="External"/><Relationship Id="rId5" Type="http://schemas.openxmlformats.org/officeDocument/2006/relationships/hyperlink" Target="https://cs50.ly/register" TargetMode="External"/><Relationship Id="rId6" Type="http://schemas.openxmlformats.org/officeDocument/2006/relationships/hyperlink" Target="mailto:heads@cs50.harvard.edu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s50.dev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s50.ai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4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4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3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9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8.gif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6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4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2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5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7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0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2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19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1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8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8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3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6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3.xml"/><Relationship Id="rId3" Type="http://schemas.openxmlformats.org/officeDocument/2006/relationships/hyperlink" Target="https://scratch.mit.edu" TargetMode="Externa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5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5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25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25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5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9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34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36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39.png"/><Relationship Id="rId4" Type="http://schemas.openxmlformats.org/officeDocument/2006/relationships/image" Target="../media/image30.png"/><Relationship Id="rId5" Type="http://schemas.openxmlformats.org/officeDocument/2006/relationships/image" Target="../media/image36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27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31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35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40.pn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40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38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38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Welcome!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We'll take a break partway through class, with cake after class! 🧁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Website, syllabus, and FAQs at </a:t>
            </a:r>
            <a:r>
              <a:rPr lang="en" sz="16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cs50.harvard.edu/college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We'll follow up via email about sections.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Adding/dropping courses? Try using </a:t>
            </a:r>
            <a:r>
              <a:rPr lang="en" sz="1600">
                <a:solidFill>
                  <a:srgbClr val="FFFF00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cs50.courses</a:t>
            </a:r>
            <a:r>
              <a:rPr lang="en" sz="1600">
                <a:solidFill>
                  <a:schemeClr val="dk1"/>
                </a:solidFill>
              </a:rPr>
              <a:t>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Join us for </a:t>
            </a:r>
            <a:r>
              <a:rPr b="1" lang="en" sz="1600">
                <a:solidFill>
                  <a:schemeClr val="dk1"/>
                </a:solidFill>
              </a:rPr>
              <a:t>CS50 Puzzle Day</a:t>
            </a:r>
            <a:r>
              <a:rPr lang="en" sz="1600">
                <a:solidFill>
                  <a:schemeClr val="dk1"/>
                </a:solidFill>
              </a:rPr>
              <a:t> this Sat 9/6, 12pm–4pm! Register at </a:t>
            </a:r>
            <a:r>
              <a:rPr lang="en" sz="1600">
                <a:solidFill>
                  <a:srgbClr val="FFFF00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cs50.ly/register</a:t>
            </a:r>
            <a:r>
              <a:rPr lang="en" sz="1600">
                <a:solidFill>
                  <a:schemeClr val="dk1"/>
                </a:solidFill>
              </a:rPr>
              <a:t>.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Free </a:t>
            </a:r>
            <a:r>
              <a:rPr lang="en" sz="1600">
                <a:solidFill>
                  <a:schemeClr val="dk1"/>
                </a:solidFill>
              </a:rPr>
              <a:t>🍕</a:t>
            </a:r>
            <a:r>
              <a:rPr lang="en" sz="1600">
                <a:solidFill>
                  <a:schemeClr val="dk1"/>
                </a:solidFill>
              </a:rPr>
              <a:t>, puzzles, and prizes. And free 👕. Roommates and friends welcome.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Do come up and say hi during break or after class!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Email </a:t>
            </a:r>
            <a:r>
              <a:rPr lang="en" sz="1600">
                <a:solidFill>
                  <a:srgbClr val="FFFF00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heads@cs50.harvard.edu</a:t>
            </a:r>
            <a:r>
              <a:rPr lang="en" sz="1600">
                <a:solidFill>
                  <a:schemeClr val="dk1"/>
                </a:solidFill>
              </a:rPr>
              <a:t> with questions!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PS </a:t>
            </a:r>
            <a:r>
              <a:rPr lang="en" sz="1600">
                <a:solidFill>
                  <a:schemeClr val="dk1"/>
                </a:solidFill>
              </a:rPr>
              <a:t>🤔 What do the light bulbs on stage spell?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588" y="0"/>
            <a:ext cx="77128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875974" cy="525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8268899" cy="551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Visual Studio Code for CS50</a:t>
            </a:r>
            <a:endParaRPr sz="5100"/>
          </a:p>
        </p:txBody>
      </p:sp>
      <p:sp>
        <p:nvSpPr>
          <p:cNvPr id="131" name="Google Shape;131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cs50.dev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200" y="1494188"/>
            <a:ext cx="2317603" cy="2155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CS50 Duck</a:t>
            </a:r>
            <a:endParaRPr sz="5100"/>
          </a:p>
        </p:txBody>
      </p:sp>
      <p:sp>
        <p:nvSpPr>
          <p:cNvPr id="142" name="Google Shape;14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cs50.ai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Reasonable</a:t>
            </a:r>
            <a:endParaRPr/>
          </a:p>
        </p:txBody>
      </p:sp>
      <p:sp>
        <p:nvSpPr>
          <p:cNvPr id="148" name="Google Shape;148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Using AI-based software other than CS50's own…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Reasonable</a:t>
            </a:r>
            <a:endParaRPr/>
          </a:p>
        </p:txBody>
      </p:sp>
      <p:sp>
        <p:nvSpPr>
          <p:cNvPr id="154" name="Google Shape;154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Using CS50's own AI-based software…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science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thinking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solving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9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76" name="Google Shape;176;p3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unary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base-1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base-2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</a:t>
            </a:r>
            <a:r>
              <a:rPr lang="en">
                <a:solidFill>
                  <a:srgbClr val="000000"/>
                </a:solidFill>
              </a:rPr>
              <a:t> digit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digit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</a:t>
            </a:r>
            <a:r>
              <a:rPr lang="en">
                <a:solidFill>
                  <a:srgbClr val="000000"/>
                </a:solidFill>
              </a:rPr>
              <a:t>nary digi</a:t>
            </a:r>
            <a:r>
              <a:rPr lang="en"/>
              <a:t>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</a:t>
            </a:r>
            <a:r>
              <a:rPr lang="en">
                <a:solidFill>
                  <a:srgbClr val="000000"/>
                </a:solidFill>
              </a:rPr>
              <a:t>nary digi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0" y="14287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base-10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decimal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5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6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6" name="Google Shape;336;p66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67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43" name="Google Shape;343;p67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8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68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0" name="Google Shape;350;p68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1" name="Google Shape;351;p68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69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8" name="Google Shape;358;p69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9" name="Google Shape;359;p69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0" name="Google Shape;360;p69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0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70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7" name="Google Shape;367;p70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8" name="Google Shape;368;p70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9" name="Google Shape;369;p70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70" name="Google Shape;370;p70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 × 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71" name="Google Shape;371;p70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1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71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78" name="Google Shape;378;p71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79" name="Google Shape;379;p71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80" name="Google Shape;380;p71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 × 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81" name="Google Shape;381;p71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 × 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82" name="Google Shape;382;p71"/>
          <p:cNvSpPr txBox="1"/>
          <p:nvPr/>
        </p:nvSpPr>
        <p:spPr>
          <a:xfrm>
            <a:off x="5505014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 × 3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83" name="Google Shape;383;p71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84" name="Google Shape;384;p71"/>
          <p:cNvSpPr txBox="1"/>
          <p:nvPr/>
        </p:nvSpPr>
        <p:spPr>
          <a:xfrm>
            <a:off x="4829159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2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72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1" name="Google Shape;391;p72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2" name="Google Shape;392;p72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3" name="Google Shape;393;p72"/>
          <p:cNvSpPr txBox="1"/>
          <p:nvPr/>
        </p:nvSpPr>
        <p:spPr>
          <a:xfrm>
            <a:off x="2689490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4" name="Google Shape;394;p72"/>
          <p:cNvSpPr txBox="1"/>
          <p:nvPr/>
        </p:nvSpPr>
        <p:spPr>
          <a:xfrm>
            <a:off x="4045319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5" name="Google Shape;395;p72"/>
          <p:cNvSpPr txBox="1"/>
          <p:nvPr/>
        </p:nvSpPr>
        <p:spPr>
          <a:xfrm>
            <a:off x="5505014" y="3427425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6" name="Google Shape;396;p72"/>
          <p:cNvSpPr txBox="1"/>
          <p:nvPr/>
        </p:nvSpPr>
        <p:spPr>
          <a:xfrm>
            <a:off x="3398833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97" name="Google Shape;397;p72"/>
          <p:cNvSpPr txBox="1"/>
          <p:nvPr/>
        </p:nvSpPr>
        <p:spPr>
          <a:xfrm>
            <a:off x="4829159" y="3427422"/>
            <a:ext cx="97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+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3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123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4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8" name="Google Shape;408;p74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09" name="Google Shape;409;p74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10" name="Google Shape;410;p74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5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416" name="Google Shape;416;p75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baseline="30000" lang="en" sz="1800">
                <a:solidFill>
                  <a:srgbClr val="FFFFFF"/>
                </a:solidFill>
              </a:rPr>
              <a:t>2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17" name="Google Shape;417;p75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baseline="30000" lang="en" sz="1800">
                <a:solidFill>
                  <a:srgbClr val="FFFFFF"/>
                </a:solidFill>
              </a:rPr>
              <a:t>1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18" name="Google Shape;418;p75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10</a:t>
            </a:r>
            <a:r>
              <a:rPr baseline="30000" lang="en" sz="1800">
                <a:solidFill>
                  <a:srgbClr val="FFFFFF"/>
                </a:solidFill>
              </a:rPr>
              <a:t>0</a:t>
            </a:r>
            <a:endParaRPr baseline="30000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6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424" name="Google Shape;424;p76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baseline="30000" lang="en" sz="1800">
                <a:solidFill>
                  <a:srgbClr val="FFFFFF"/>
                </a:solidFill>
              </a:rPr>
              <a:t>2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25" name="Google Shape;425;p76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baseline="30000" lang="en" sz="1800">
                <a:solidFill>
                  <a:srgbClr val="FFFFFF"/>
                </a:solidFill>
              </a:rPr>
              <a:t>1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26" name="Google Shape;426;p76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r>
              <a:rPr baseline="30000" lang="en" sz="1800">
                <a:solidFill>
                  <a:srgbClr val="FFFFFF"/>
                </a:solidFill>
              </a:rPr>
              <a:t>0</a:t>
            </a:r>
            <a:endParaRPr baseline="30000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7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432" name="Google Shape;432;p77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33" name="Google Shape;433;p77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baseline="30000" sz="1800">
              <a:solidFill>
                <a:srgbClr val="FFFFFF"/>
              </a:solidFill>
            </a:endParaRPr>
          </a:p>
        </p:txBody>
      </p:sp>
      <p:sp>
        <p:nvSpPr>
          <p:cNvPr id="434" name="Google Shape;434;p77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baseline="30000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8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p78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1" name="Google Shape;441;p78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2" name="Google Shape;442;p78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9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79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49" name="Google Shape;449;p79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0" name="Google Shape;450;p79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0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80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7" name="Google Shape;457;p80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58" name="Google Shape;458;p80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1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4" name="Google Shape;464;p81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65" name="Google Shape;465;p81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66" name="Google Shape;466;p81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2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2" name="Google Shape;472;p82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73" name="Google Shape;473;p82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74" name="Google Shape;474;p82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83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83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81" name="Google Shape;481;p83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82" name="Google Shape;482;p83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4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84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89" name="Google Shape;489;p84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90" name="Google Shape;490;p84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85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97" name="Google Shape;497;p85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498" name="Google Shape;498;p85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6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86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05" name="Google Shape;505;p86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06" name="Google Shape;506;p86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7"/>
          <p:cNvSpPr txBox="1"/>
          <p:nvPr/>
        </p:nvSpPr>
        <p:spPr>
          <a:xfrm>
            <a:off x="2354969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87"/>
          <p:cNvSpPr txBox="1"/>
          <p:nvPr/>
        </p:nvSpPr>
        <p:spPr>
          <a:xfrm>
            <a:off x="35339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13" name="Google Shape;513;p87"/>
          <p:cNvSpPr txBox="1"/>
          <p:nvPr/>
        </p:nvSpPr>
        <p:spPr>
          <a:xfrm>
            <a:off x="420810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14" name="Google Shape;514;p87"/>
          <p:cNvSpPr txBox="1"/>
          <p:nvPr/>
        </p:nvSpPr>
        <p:spPr>
          <a:xfrm>
            <a:off x="487767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15" name="Google Shape;515;p87"/>
          <p:cNvSpPr txBox="1"/>
          <p:nvPr/>
        </p:nvSpPr>
        <p:spPr>
          <a:xfrm>
            <a:off x="280614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00000000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526" name="Google Shape;526;p89"/>
          <p:cNvSpPr txBox="1"/>
          <p:nvPr/>
        </p:nvSpPr>
        <p:spPr>
          <a:xfrm>
            <a:off x="52381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27" name="Google Shape;527;p89"/>
          <p:cNvSpPr txBox="1"/>
          <p:nvPr/>
        </p:nvSpPr>
        <p:spPr>
          <a:xfrm>
            <a:off x="5912353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28" name="Google Shape;528;p89"/>
          <p:cNvSpPr txBox="1"/>
          <p:nvPr/>
        </p:nvSpPr>
        <p:spPr>
          <a:xfrm>
            <a:off x="6581926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29" name="Google Shape;529;p89"/>
          <p:cNvSpPr txBox="1"/>
          <p:nvPr/>
        </p:nvSpPr>
        <p:spPr>
          <a:xfrm>
            <a:off x="45103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30" name="Google Shape;530;p89"/>
          <p:cNvSpPr txBox="1"/>
          <p:nvPr/>
        </p:nvSpPr>
        <p:spPr>
          <a:xfrm>
            <a:off x="25321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64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31" name="Google Shape;531;p89"/>
          <p:cNvSpPr txBox="1"/>
          <p:nvPr/>
        </p:nvSpPr>
        <p:spPr>
          <a:xfrm>
            <a:off x="320629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32" name="Google Shape;532;p89"/>
          <p:cNvSpPr txBox="1"/>
          <p:nvPr/>
        </p:nvSpPr>
        <p:spPr>
          <a:xfrm>
            <a:off x="387586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33" name="Google Shape;533;p89"/>
          <p:cNvSpPr txBox="1"/>
          <p:nvPr/>
        </p:nvSpPr>
        <p:spPr>
          <a:xfrm>
            <a:off x="18043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128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0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539" name="Google Shape;539;p90"/>
          <p:cNvSpPr txBox="1"/>
          <p:nvPr/>
        </p:nvSpPr>
        <p:spPr>
          <a:xfrm>
            <a:off x="52381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0" name="Google Shape;540;p90"/>
          <p:cNvSpPr txBox="1"/>
          <p:nvPr/>
        </p:nvSpPr>
        <p:spPr>
          <a:xfrm>
            <a:off x="5912353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1" name="Google Shape;541;p90"/>
          <p:cNvSpPr txBox="1"/>
          <p:nvPr/>
        </p:nvSpPr>
        <p:spPr>
          <a:xfrm>
            <a:off x="6581926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2" name="Google Shape;542;p90"/>
          <p:cNvSpPr txBox="1"/>
          <p:nvPr/>
        </p:nvSpPr>
        <p:spPr>
          <a:xfrm>
            <a:off x="45103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3" name="Google Shape;543;p90"/>
          <p:cNvSpPr txBox="1"/>
          <p:nvPr/>
        </p:nvSpPr>
        <p:spPr>
          <a:xfrm>
            <a:off x="25321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64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4" name="Google Shape;544;p90"/>
          <p:cNvSpPr txBox="1"/>
          <p:nvPr/>
        </p:nvSpPr>
        <p:spPr>
          <a:xfrm>
            <a:off x="320629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5" name="Google Shape;545;p90"/>
          <p:cNvSpPr txBox="1"/>
          <p:nvPr/>
        </p:nvSpPr>
        <p:spPr>
          <a:xfrm>
            <a:off x="387586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46" name="Google Shape;546;p90"/>
          <p:cNvSpPr txBox="1"/>
          <p:nvPr/>
        </p:nvSpPr>
        <p:spPr>
          <a:xfrm>
            <a:off x="18043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128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1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2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01000001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557" name="Google Shape;557;p92"/>
          <p:cNvSpPr txBox="1"/>
          <p:nvPr/>
        </p:nvSpPr>
        <p:spPr>
          <a:xfrm>
            <a:off x="52381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58" name="Google Shape;558;p92"/>
          <p:cNvSpPr txBox="1"/>
          <p:nvPr/>
        </p:nvSpPr>
        <p:spPr>
          <a:xfrm>
            <a:off x="5912353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59" name="Google Shape;559;p92"/>
          <p:cNvSpPr txBox="1"/>
          <p:nvPr/>
        </p:nvSpPr>
        <p:spPr>
          <a:xfrm>
            <a:off x="6581926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60" name="Google Shape;560;p92"/>
          <p:cNvSpPr txBox="1"/>
          <p:nvPr/>
        </p:nvSpPr>
        <p:spPr>
          <a:xfrm>
            <a:off x="45103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61" name="Google Shape;561;p92"/>
          <p:cNvSpPr txBox="1"/>
          <p:nvPr/>
        </p:nvSpPr>
        <p:spPr>
          <a:xfrm>
            <a:off x="25321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64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62" name="Google Shape;562;p92"/>
          <p:cNvSpPr txBox="1"/>
          <p:nvPr/>
        </p:nvSpPr>
        <p:spPr>
          <a:xfrm>
            <a:off x="320629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63" name="Google Shape;563;p92"/>
          <p:cNvSpPr txBox="1"/>
          <p:nvPr/>
        </p:nvSpPr>
        <p:spPr>
          <a:xfrm>
            <a:off x="387586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564" name="Google Shape;564;p92"/>
          <p:cNvSpPr txBox="1"/>
          <p:nvPr/>
        </p:nvSpPr>
        <p:spPr>
          <a:xfrm>
            <a:off x="18043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128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3"/>
          <p:cNvSpPr txBox="1"/>
          <p:nvPr/>
        </p:nvSpPr>
        <p:spPr>
          <a:xfrm>
            <a:off x="2689500" y="1780500"/>
            <a:ext cx="3765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65</a:t>
            </a:r>
            <a:endParaRPr sz="9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ASCII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96"/>
          <p:cNvSpPr/>
          <p:nvPr/>
        </p:nvSpPr>
        <p:spPr>
          <a:xfrm>
            <a:off x="0" y="0"/>
            <a:ext cx="42219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6"/>
          <p:cNvSpPr/>
          <p:nvPr/>
        </p:nvSpPr>
        <p:spPr>
          <a:xfrm>
            <a:off x="5351625" y="0"/>
            <a:ext cx="37923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1" name="Google Shape;591;p97"/>
          <p:cNvGraphicFramePr/>
          <p:nvPr/>
        </p:nvGraphicFramePr>
        <p:xfrm>
          <a:off x="952500" y="175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01001001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00100001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6" name="Google Shape;596;p98"/>
          <p:cNvGraphicFramePr/>
          <p:nvPr/>
        </p:nvGraphicFramePr>
        <p:xfrm>
          <a:off x="952500" y="175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99"/>
          <p:cNvSpPr/>
          <p:nvPr/>
        </p:nvSpPr>
        <p:spPr>
          <a:xfrm>
            <a:off x="0" y="0"/>
            <a:ext cx="42219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99"/>
          <p:cNvSpPr/>
          <p:nvPr/>
        </p:nvSpPr>
        <p:spPr>
          <a:xfrm>
            <a:off x="5351625" y="0"/>
            <a:ext cx="37923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Google Shape;60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00"/>
          <p:cNvSpPr/>
          <p:nvPr/>
        </p:nvSpPr>
        <p:spPr>
          <a:xfrm>
            <a:off x="0" y="0"/>
            <a:ext cx="22596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00"/>
          <p:cNvSpPr/>
          <p:nvPr/>
        </p:nvSpPr>
        <p:spPr>
          <a:xfrm>
            <a:off x="3210975" y="0"/>
            <a:ext cx="59331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5" name="Google Shape;615;p101"/>
          <p:cNvGraphicFramePr/>
          <p:nvPr/>
        </p:nvGraphicFramePr>
        <p:xfrm>
          <a:off x="952500" y="175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102"/>
          <p:cNvSpPr/>
          <p:nvPr/>
        </p:nvSpPr>
        <p:spPr>
          <a:xfrm>
            <a:off x="0" y="0"/>
            <a:ext cx="42219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02"/>
          <p:cNvSpPr/>
          <p:nvPr/>
        </p:nvSpPr>
        <p:spPr>
          <a:xfrm>
            <a:off x="5351625" y="0"/>
            <a:ext cx="37923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03"/>
          <p:cNvSpPr/>
          <p:nvPr/>
        </p:nvSpPr>
        <p:spPr>
          <a:xfrm>
            <a:off x="0" y="0"/>
            <a:ext cx="63372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03"/>
          <p:cNvSpPr/>
          <p:nvPr/>
        </p:nvSpPr>
        <p:spPr>
          <a:xfrm>
            <a:off x="7433700" y="0"/>
            <a:ext cx="17103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4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01000001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635" name="Google Shape;635;p104"/>
          <p:cNvSpPr txBox="1"/>
          <p:nvPr/>
        </p:nvSpPr>
        <p:spPr>
          <a:xfrm>
            <a:off x="52381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36" name="Google Shape;636;p104"/>
          <p:cNvSpPr txBox="1"/>
          <p:nvPr/>
        </p:nvSpPr>
        <p:spPr>
          <a:xfrm>
            <a:off x="5912353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37" name="Google Shape;637;p104"/>
          <p:cNvSpPr txBox="1"/>
          <p:nvPr/>
        </p:nvSpPr>
        <p:spPr>
          <a:xfrm>
            <a:off x="6581926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38" name="Google Shape;638;p104"/>
          <p:cNvSpPr txBox="1"/>
          <p:nvPr/>
        </p:nvSpPr>
        <p:spPr>
          <a:xfrm>
            <a:off x="45103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39" name="Google Shape;639;p104"/>
          <p:cNvSpPr txBox="1"/>
          <p:nvPr/>
        </p:nvSpPr>
        <p:spPr>
          <a:xfrm>
            <a:off x="25321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64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40" name="Google Shape;640;p104"/>
          <p:cNvSpPr txBox="1"/>
          <p:nvPr/>
        </p:nvSpPr>
        <p:spPr>
          <a:xfrm>
            <a:off x="320629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41" name="Google Shape;641;p104"/>
          <p:cNvSpPr txBox="1"/>
          <p:nvPr/>
        </p:nvSpPr>
        <p:spPr>
          <a:xfrm>
            <a:off x="387586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42" name="Google Shape;642;p104"/>
          <p:cNvSpPr txBox="1"/>
          <p:nvPr/>
        </p:nvSpPr>
        <p:spPr>
          <a:xfrm>
            <a:off x="18043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128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05"/>
          <p:cNvSpPr txBox="1"/>
          <p:nvPr/>
        </p:nvSpPr>
        <p:spPr>
          <a:xfrm>
            <a:off x="0" y="1780500"/>
            <a:ext cx="91440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01100001</a:t>
            </a:r>
            <a:endParaRPr sz="9600">
              <a:solidFill>
                <a:schemeClr val="dk1"/>
              </a:solidFill>
            </a:endParaRPr>
          </a:p>
        </p:txBody>
      </p:sp>
      <p:sp>
        <p:nvSpPr>
          <p:cNvPr id="648" name="Google Shape;648;p105"/>
          <p:cNvSpPr txBox="1"/>
          <p:nvPr/>
        </p:nvSpPr>
        <p:spPr>
          <a:xfrm>
            <a:off x="52381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49" name="Google Shape;649;p105"/>
          <p:cNvSpPr txBox="1"/>
          <p:nvPr/>
        </p:nvSpPr>
        <p:spPr>
          <a:xfrm>
            <a:off x="5912353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0" name="Google Shape;650;p105"/>
          <p:cNvSpPr txBox="1"/>
          <p:nvPr/>
        </p:nvSpPr>
        <p:spPr>
          <a:xfrm>
            <a:off x="6581926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1" name="Google Shape;651;p105"/>
          <p:cNvSpPr txBox="1"/>
          <p:nvPr/>
        </p:nvSpPr>
        <p:spPr>
          <a:xfrm>
            <a:off x="4510397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8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2" name="Google Shape;652;p105"/>
          <p:cNvSpPr txBox="1"/>
          <p:nvPr/>
        </p:nvSpPr>
        <p:spPr>
          <a:xfrm>
            <a:off x="25321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64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3" name="Google Shape;653;p105"/>
          <p:cNvSpPr txBox="1"/>
          <p:nvPr/>
        </p:nvSpPr>
        <p:spPr>
          <a:xfrm>
            <a:off x="3206290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32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4" name="Google Shape;654;p105"/>
          <p:cNvSpPr txBox="1"/>
          <p:nvPr/>
        </p:nvSpPr>
        <p:spPr>
          <a:xfrm>
            <a:off x="387586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16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655" name="Google Shape;655;p105"/>
          <p:cNvSpPr txBox="1"/>
          <p:nvPr/>
        </p:nvSpPr>
        <p:spPr>
          <a:xfrm>
            <a:off x="1804334" y="1334100"/>
            <a:ext cx="72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128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5" y="728387"/>
            <a:ext cx="8447252" cy="36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29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071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104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896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63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929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6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963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29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071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104" y="2025237"/>
            <a:ext cx="1093033" cy="10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50" y="2025225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925" y="2025238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5925" y="2025225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975" y="2025238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025225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5038" y="2025238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075" y="2025225"/>
            <a:ext cx="1093025" cy="10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1125" y="2025225"/>
            <a:ext cx="1093025" cy="10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00163"/>
            <a:ext cx="7620000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730238"/>
            <a:ext cx="4572000" cy="168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1113" y="152400"/>
            <a:ext cx="402177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Unicode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14"/>
          <p:cNvSpPr txBox="1"/>
          <p:nvPr>
            <p:ph type="title"/>
          </p:nvPr>
        </p:nvSpPr>
        <p:spPr>
          <a:xfrm>
            <a:off x="0" y="2150850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11110000100111111001100010000010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4036991106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U+1F602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RGB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6" name="Google Shape;756;p122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1" name="Google Shape;761;p123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6" name="Google Shape;766;p124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72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1" name="Google Shape;771;p125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6" name="Google Shape;776;p126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B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1" name="Google Shape;781;p127"/>
          <p:cNvGraphicFramePr/>
          <p:nvPr/>
        </p:nvGraphicFramePr>
        <p:xfrm>
          <a:off x="3646975" y="229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{973357BA-DF19-40F0-A541-F154C556AD61}</a:tableStyleId>
              </a:tblPr>
              <a:tblGrid>
                <a:gridCol w="616675"/>
                <a:gridCol w="616675"/>
                <a:gridCol w="616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849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50" y="152400"/>
            <a:ext cx="77601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50" y="152400"/>
            <a:ext cx="77601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950" y="152400"/>
            <a:ext cx="776010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8738"/>
            <a:ext cx="8839200" cy="292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3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133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813" name="Google Shape;813;p133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819" name="Google Shape;819;p13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136"/>
          <p:cNvPicPr preferRelativeResize="0"/>
          <p:nvPr/>
        </p:nvPicPr>
        <p:blipFill rotWithShape="1">
          <a:blip r:embed="rId3">
            <a:alphaModFix/>
          </a:blip>
          <a:srcRect b="14965" l="0" r="0" t="6516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137"/>
          <p:cNvPicPr preferRelativeResize="0"/>
          <p:nvPr/>
        </p:nvPicPr>
        <p:blipFill rotWithShape="1">
          <a:blip r:embed="rId3">
            <a:alphaModFix/>
          </a:blip>
          <a:srcRect b="10741" l="0" r="0" t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4" name="Google Shape;844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139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140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852" name="Google Shape;852;p140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8" name="Google Shape;858;p141"/>
          <p:cNvCxnSpPr/>
          <p:nvPr/>
        </p:nvCxnSpPr>
        <p:spPr>
          <a:xfrm>
            <a:off x="2320075" y="3084175"/>
            <a:ext cx="0" cy="1353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141"/>
          <p:cNvCxnSpPr/>
          <p:nvPr/>
        </p:nvCxnSpPr>
        <p:spPr>
          <a:xfrm>
            <a:off x="2320075" y="1730575"/>
            <a:ext cx="0" cy="1353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141"/>
          <p:cNvCxnSpPr/>
          <p:nvPr/>
        </p:nvCxnSpPr>
        <p:spPr>
          <a:xfrm rot="10800000">
            <a:off x="1691275" y="1730575"/>
            <a:ext cx="6288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1" name="Google Shape;861;p141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862" name="Google Shape;862;p141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8" name="Google Shape;868;p142"/>
          <p:cNvCxnSpPr/>
          <p:nvPr/>
        </p:nvCxnSpPr>
        <p:spPr>
          <a:xfrm>
            <a:off x="2320075" y="3084175"/>
            <a:ext cx="0" cy="1353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142"/>
          <p:cNvCxnSpPr/>
          <p:nvPr/>
        </p:nvCxnSpPr>
        <p:spPr>
          <a:xfrm rot="10800000">
            <a:off x="1691275" y="3084175"/>
            <a:ext cx="6288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70" name="Google Shape;870;p142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871" name="Google Shape;871;p142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143"/>
          <p:cNvSpPr txBox="1"/>
          <p:nvPr/>
        </p:nvSpPr>
        <p:spPr>
          <a:xfrm>
            <a:off x="3158292" y="196875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/2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878" name="Google Shape;878;p143"/>
          <p:cNvSpPr txBox="1"/>
          <p:nvPr/>
        </p:nvSpPr>
        <p:spPr>
          <a:xfrm>
            <a:off x="2400098" y="205078"/>
            <a:ext cx="6564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879" name="Google Shape;879;p143"/>
          <p:cNvSpPr txBox="1"/>
          <p:nvPr/>
        </p:nvSpPr>
        <p:spPr>
          <a:xfrm>
            <a:off x="7254138" y="2851275"/>
            <a:ext cx="11766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log</a:t>
            </a:r>
            <a:r>
              <a:rPr baseline="-25000" lang="en" sz="2400">
                <a:solidFill>
                  <a:srgbClr val="FFFFFF"/>
                </a:solidFill>
                <a:highlight>
                  <a:srgbClr val="000000"/>
                </a:highlight>
              </a:rPr>
              <a:t>2</a:t>
            </a:r>
            <a:r>
              <a:rPr lang="en" sz="2400">
                <a:solidFill>
                  <a:srgbClr val="FFFFFF"/>
                </a:solidFill>
                <a:highlight>
                  <a:srgbClr val="000000"/>
                </a:highlight>
              </a:rPr>
              <a:t> </a:t>
            </a:r>
            <a:r>
              <a:rPr i="1" lang="en" sz="2400">
                <a:solidFill>
                  <a:srgbClr val="FFFFFF"/>
                </a:solidFill>
                <a:highlight>
                  <a:srgbClr val="000000"/>
                </a:highlight>
              </a:rPr>
              <a:t>n</a:t>
            </a:r>
            <a:endParaRPr i="1" sz="24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885" name="Google Shape;885;p144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</a:t>
            </a:r>
            <a:endParaRPr/>
          </a:p>
        </p:txBody>
      </p:sp>
      <p:sp>
        <p:nvSpPr>
          <p:cNvPr id="891" name="Google Shape;891;p145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</a:t>
            </a:r>
            <a:endParaRPr/>
          </a:p>
        </p:txBody>
      </p:sp>
      <p:sp>
        <p:nvSpPr>
          <p:cNvPr id="897" name="Google Shape;897;p14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47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person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line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148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Pick up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Look at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Call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Open to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Op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 to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Quit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49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50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is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on page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11      Go back to line 3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51"/>
          <p:cNvSpPr txBox="1"/>
          <p:nvPr>
            <p:ph idx="1" type="body"/>
          </p:nvPr>
        </p:nvSpPr>
        <p:spPr>
          <a:xfrm>
            <a:off x="311700" y="287850"/>
            <a:ext cx="8520600" cy="45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   Pick up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   Open to middle of phone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   Look at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   If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 page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      Call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   Else if 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is earlier in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7       Open to middle of left half of book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     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line 3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   Else if 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is later in book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      Open to middle of right half of book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      </a:t>
            </a:r>
            <a:r>
              <a:rPr lang="en" sz="2200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Go back to</a:t>
            </a:r>
            <a:r>
              <a:rPr lang="e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line 3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  Else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      Quit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152"/>
          <p:cNvSpPr txBox="1"/>
          <p:nvPr>
            <p:ph idx="1" type="body"/>
          </p:nvPr>
        </p:nvSpPr>
        <p:spPr>
          <a:xfrm>
            <a:off x="199000" y="56150"/>
            <a:ext cx="8746500" cy="4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11111101000101010011000100011000000010000000010000000100000000000000000000000000000000000000000000000000000000000000000000000000000001000000000011111000000000000000010000000000000000000000000000000000000000000000000000000000000000000000000000000000000000000000000000000000000000000000000000000000000000000000000000000010100000000000100000000000000000000000000000000000000000000000000000000000000000000000000000000001000000000000000000000000000000000000000000000001000000000000000000101000000000000000010000000001010101010010001000100111100101010010001000001111101100000100000011000111000000100010011100011101001000101111100000000000000000000000000000000000000000000000000000000000000000101100000000000011101000000000000000000000000000000000000100100010111111000000000000000000000000000000000000000000000000000000000000000001001000...0111111101000101010011000100011000000010000000010000000100000000000000000000000000000000000000000000000000000000000000000000000000000011000000000011111000000000000000010000000000000000000000001100000000001111000000000000000000000000000000000000000000000000010000000000000000000000000000000000000000000000000000000000000000101000001100100000000000000000000000000000000000000000000000000000000000000000000000000000000001000000000000000011100000000000000001110000000001000000000000000001110000000000000110010000000000000001000000000000000000000000000001010000000000000000000000000000000000000000000000000000000000000000000000000000000000000000000000000000000000000000000000000000000000000000000000000000000000000000000000000000000000000000000000000000000000000000000000000101110000100101000000000000000000000000000000000000000000000000...0010111101101100011010010110001001100011001011100111001101101111001011100011011000100000001011110111010101110011011100100010111101101100011010010110001000101111011110000011100000110110010111110011011000110100001011010110110001101001011011100111010101111000001011010110011101101110011101010010111101101100011010010110001001100011010111110110111001101111011011100111001101101000011000010111001001100101011001000010111001100001001000000010000001000001010100110101111101001110010001010100010101000100010001010100010000100000001010000010000000101111011011000110100101100010001011110111100000111000001101100101111100110110001101000010110101101100011010010110111001110101011110000010110101100111011011100111010100101111011011000110010000101101011011000110100101101110011101010111100000101101011110000011100000110110001011010011011000110100..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54"/>
          <p:cNvSpPr txBox="1"/>
          <p:nvPr>
            <p:ph idx="1" type="body"/>
          </p:nvPr>
        </p:nvSpPr>
        <p:spPr>
          <a:xfrm>
            <a:off x="199000" y="56150"/>
            <a:ext cx="8746500" cy="4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11111101000101010011000100011000000010000000010000000100000000000000000000000000000000000000000000000000000000000000000000000000000001000000000011111000000000000000010000000000000000000000000000000000000000000000000000000000000000000000000000000000000000000000000000000000000000000000000000000000000000000000000000000010100000000000100000000000000000000000000000000000000000000000000000000000000000000000000000000001000000000000000000000000000000000000000000000001000000000000000000101000000000000000010000000001010101010010001000100111100101010010001000001111101100000100000011000111000000100010011100011101001000101111100000000000000000000000000000000000000000000000000000000000000000101100000000000011101000000000000000000000000000000000000100100010111111000000000000000000000000000000000000000000000000000000000000000001001000...0111111101000101010011000100011000000010000000010000000100000000000000000000000000000000000000000000000000000000000000000000000000000011000000000011111000000000000000010000000000000000000000001100000000001111000000000000000000000000000000000000000000000000010000000000000000000000000000000000000000000000000000000000000000101000001100100000000000000000000000000000000000000000000000000000000000000000000000000000000001000000000000000011100000000000000001110000000001000000000000000001110000000000000110010000000000000001000000000000000000000000000001010000000000000000000000000000000000000000000000000000000000000000000000000000000000000000000000000000000000000000000000000000000000000000000000000000000000000000000000000000000000000000000000000000000000000000000000000101110000100101000000000000000000000000000000000000000000000000...0010111101101100011010010110001001100011001011100111001101101111001011100011011000100000001011110111010101110011011100100010111101101100011010010110001000101111011110000011100000110110010111110011011000110100001011010110110001101001011011100111010101111000001011010110011101101110011101010010111101101100011010010110001001100011010111110110111001101111011011100111001101101000011000010111001001100101011001000010111001100001001000000010000001000001010100110101111101001110010001010100010101000100010001010100010000100000001010000010000000101111011011000110100101100010001011110111100000111000001101100101111100110110001101000010110101101100011010010110111001110101011110000010110101100111011011100111010100101111011011000110010000101101011011000110100101101110011101010111100000101101011110000011100000110110001011010011011000110100...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55"/>
          <p:cNvSpPr txBox="1"/>
          <p:nvPr>
            <p:ph idx="1" type="body"/>
          </p:nvPr>
        </p:nvSpPr>
        <p:spPr>
          <a:xfrm>
            <a:off x="2608950" y="1456200"/>
            <a:ext cx="3926100" cy="223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&lt;stdio.h&gt;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main(void)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printf("hello, world\n");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9475" y="1743075"/>
            <a:ext cx="23050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Scratch</a:t>
            </a:r>
            <a:endParaRPr/>
          </a:p>
        </p:txBody>
      </p:sp>
      <p:sp>
        <p:nvSpPr>
          <p:cNvPr id="953" name="Google Shape;953;p1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scratch.mit.edu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158" title="Screenshot 2025-09-03 at 08.53.4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159" title="Screenshot 2025-09-03 at 08.53.4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159"/>
          <p:cNvSpPr/>
          <p:nvPr/>
        </p:nvSpPr>
        <p:spPr>
          <a:xfrm>
            <a:off x="2129550" y="0"/>
            <a:ext cx="70146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59"/>
          <p:cNvSpPr/>
          <p:nvPr/>
        </p:nvSpPr>
        <p:spPr>
          <a:xfrm>
            <a:off x="27119" y="75"/>
            <a:ext cx="2115000" cy="3318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160" title="Screenshot 2025-09-03 at 08.53.4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160"/>
          <p:cNvSpPr/>
          <p:nvPr/>
        </p:nvSpPr>
        <p:spPr>
          <a:xfrm>
            <a:off x="5660550" y="0"/>
            <a:ext cx="34839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60"/>
          <p:cNvSpPr/>
          <p:nvPr/>
        </p:nvSpPr>
        <p:spPr>
          <a:xfrm>
            <a:off x="14450" y="75"/>
            <a:ext cx="21675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60"/>
          <p:cNvSpPr/>
          <p:nvPr/>
        </p:nvSpPr>
        <p:spPr>
          <a:xfrm>
            <a:off x="14450" y="75"/>
            <a:ext cx="5738400" cy="3318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161" title="Screenshot 2025-09-03 at 08.53.4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161"/>
          <p:cNvSpPr/>
          <p:nvPr/>
        </p:nvSpPr>
        <p:spPr>
          <a:xfrm>
            <a:off x="5579400" y="0"/>
            <a:ext cx="3577800" cy="32133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61"/>
          <p:cNvSpPr/>
          <p:nvPr/>
        </p:nvSpPr>
        <p:spPr>
          <a:xfrm>
            <a:off x="0" y="0"/>
            <a:ext cx="55794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oogle Shape;985;p162" title="Screenshot 2025-09-03 at 08.53.48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162"/>
          <p:cNvSpPr/>
          <p:nvPr/>
        </p:nvSpPr>
        <p:spPr>
          <a:xfrm>
            <a:off x="5579400" y="3308075"/>
            <a:ext cx="3577800" cy="18354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62"/>
          <p:cNvSpPr/>
          <p:nvPr/>
        </p:nvSpPr>
        <p:spPr>
          <a:xfrm>
            <a:off x="0" y="0"/>
            <a:ext cx="5579400" cy="51435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162"/>
          <p:cNvSpPr/>
          <p:nvPr/>
        </p:nvSpPr>
        <p:spPr>
          <a:xfrm>
            <a:off x="5778300" y="0"/>
            <a:ext cx="3378900" cy="331800"/>
          </a:xfrm>
          <a:prstGeom prst="rect">
            <a:avLst/>
          </a:prstGeom>
          <a:solidFill>
            <a:srgbClr val="000000">
              <a:alpha val="7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" name="Google Shape;1003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6600" y="2038350"/>
            <a:ext cx="25908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arguments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 effect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6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168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20" name="Google Shape;1020;p16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21" name="Google Shape;1021;p1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6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169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28" name="Google Shape;1028;p16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29" name="Google Shape;1029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925" y="2391626"/>
            <a:ext cx="1088050" cy="4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  <p:sp>
        <p:nvSpPr>
          <p:cNvPr id="1031" name="Google Shape;1031;p16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7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70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38" name="Google Shape;1038;p17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39" name="Google Shape;1039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925" y="2391626"/>
            <a:ext cx="1088050" cy="41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17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41" name="Google Shape;1041;p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3104" y="2060137"/>
            <a:ext cx="1517800" cy="102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7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71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48" name="Google Shape;1048;p171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49" name="Google Shape;1049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04" y="2060137"/>
            <a:ext cx="1517800" cy="10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582" y="1626375"/>
            <a:ext cx="1870529" cy="18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1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4925" y="2391626"/>
            <a:ext cx="1088050" cy="418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525" y="2028825"/>
            <a:ext cx="45529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 values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75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75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73" name="Google Shape;1073;p175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74" name="Google Shape;1074;p1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7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17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81" name="Google Shape;1081;p17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82" name="Google Shape;1082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30" y="2390731"/>
            <a:ext cx="1402900" cy="400829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7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84" name="Google Shape;1084;p1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7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77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091" name="Google Shape;1091;p177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092" name="Google Shape;1092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30" y="2390731"/>
            <a:ext cx="1402900" cy="400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1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700" y="2156731"/>
            <a:ext cx="2194610" cy="9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77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7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78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01" name="Google Shape;1101;p17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02" name="Google Shape;1102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830" y="2390731"/>
            <a:ext cx="1402900" cy="400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1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4700" y="2156731"/>
            <a:ext cx="2194610" cy="9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7541" y="2390725"/>
            <a:ext cx="757116" cy="4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850" y="1962150"/>
            <a:ext cx="39243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180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180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16" name="Google Shape;1116;p180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17" name="Google Shape;1117;p1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81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81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24" name="Google Shape;1124;p181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25" name="Google Shape;1125;p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580" y="2369759"/>
            <a:ext cx="8364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1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800" y="2369750"/>
            <a:ext cx="811800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81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28" name="Google Shape;1128;p1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182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82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35" name="Google Shape;1135;p182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36" name="Google Shape;1136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338" y="2219756"/>
            <a:ext cx="1877325" cy="70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1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580" y="2369759"/>
            <a:ext cx="8364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1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800" y="2369750"/>
            <a:ext cx="811800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182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83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83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46" name="Google Shape;1146;p183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47" name="Google Shape;1147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338" y="2219756"/>
            <a:ext cx="1877325" cy="70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1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1580" y="2369759"/>
            <a:ext cx="8364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1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6050" y="2325188"/>
            <a:ext cx="1282125" cy="49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1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800" y="2369750"/>
            <a:ext cx="811800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184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56" name="Google Shape;1156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6050" y="2325188"/>
            <a:ext cx="1282125" cy="4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85"/>
          <p:cNvSpPr txBox="1"/>
          <p:nvPr/>
        </p:nvSpPr>
        <p:spPr>
          <a:xfrm>
            <a:off x="-1026560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62" name="Google Shape;1162;p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125" y="2325188"/>
            <a:ext cx="1282125" cy="4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8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18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69" name="Google Shape;1169;p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04" y="2060137"/>
            <a:ext cx="1517800" cy="10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125" y="2325188"/>
            <a:ext cx="1282125" cy="4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186"/>
          <p:cNvSpPr txBox="1"/>
          <p:nvPr/>
        </p:nvSpPr>
        <p:spPr>
          <a:xfrm>
            <a:off x="-1026560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8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7" name="Google Shape;1177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1544" y="1662903"/>
            <a:ext cx="1859700" cy="17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187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1179" name="Google Shape;1179;p187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1180" name="Google Shape;1180;p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3104" y="2060137"/>
            <a:ext cx="1517800" cy="102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1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6125" y="2325188"/>
            <a:ext cx="1282125" cy="49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187"/>
          <p:cNvSpPr txBox="1"/>
          <p:nvPr/>
        </p:nvSpPr>
        <p:spPr>
          <a:xfrm>
            <a:off x="-1026560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→  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8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19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expressions</a:t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Google Shape;1207;p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0" y="1428740"/>
            <a:ext cx="2286001" cy="228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