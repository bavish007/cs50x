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021128-C485-40F1-B8B9-3287DDD17892}">
  <a:tblStyle styleId="{28021128-C485-40F1-B8B9-3287DDD178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Grace_Hopper"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ritannica.com/technology/Harvard-Mark-I"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Software_bug" TargetMode="External"/><Relationship Id="rId3" Type="http://schemas.openxmlformats.org/officeDocument/2006/relationships/hyperlink" Target="https://en.wikipedia.org/wiki/Harvard_Mark_II"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sciichart.com/" TargetMode="Externa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sciichart.com/" TargetMode="Externa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sciichart.com/" TargetMode="Externa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sciichart.com/" TargetMode="Externa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mmunity.zoom.com/t5/Meetings/ERROR-1132/td-p/40521" TargetMode="Externa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 TargetMode="Externa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52b199c4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52b199c4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solidFill>
                  <a:schemeClr val="dk1"/>
                </a:solidFill>
              </a:rPr>
              <a:t>Reload codespace</a:t>
            </a:r>
            <a:endParaRPr>
              <a:solidFill>
                <a:schemeClr val="dk1"/>
              </a:solidFill>
            </a:endParaRPr>
          </a:p>
          <a:p>
            <a:pPr indent="-298450" lvl="0" marL="457200" rtl="0" algn="l">
              <a:spcBef>
                <a:spcPts val="0"/>
              </a:spcBef>
              <a:spcAft>
                <a:spcPts val="0"/>
              </a:spcAft>
              <a:buSzPts val="1100"/>
              <a:buChar char="●"/>
            </a:pPr>
            <a:r>
              <a:rPr lang="en"/>
              <a:t>Uncheck VS Code tabs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52b199c42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52b199c42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52b199c42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52b199c42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solidFill>
                  <a:schemeClr val="dk1"/>
                </a:solidFill>
              </a:rPr>
              <a:t>Reload codespace</a:t>
            </a:r>
            <a:endParaRPr>
              <a:solidFill>
                <a:schemeClr val="dk1"/>
              </a:solidFill>
            </a:endParaRPr>
          </a:p>
          <a:p>
            <a:pPr indent="-298450" lvl="0" marL="457200" rtl="0" algn="l">
              <a:spcBef>
                <a:spcPts val="0"/>
              </a:spcBef>
              <a:spcAft>
                <a:spcPts val="0"/>
              </a:spcAft>
              <a:buSzPts val="1100"/>
              <a:buChar char="●"/>
            </a:pPr>
            <a:r>
              <a:rPr lang="en"/>
              <a:t>Uncheck VS Code tabs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02853f3a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02853f3a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f31cad27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7f31cad27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52d030a94b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52d030a94b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One Fish Two Fish Red Fish Blue Fish</a:t>
            </a:r>
            <a:endParaRPr/>
          </a:p>
          <a:p>
            <a:pPr indent="0" lvl="0" marL="0" rtl="0" algn="l">
              <a:spcBef>
                <a:spcPts val="0"/>
              </a:spcBef>
              <a:spcAft>
                <a:spcPts val="0"/>
              </a:spcAft>
              <a:buNone/>
            </a:pPr>
            <a:r>
              <a:rPr lang="en"/>
              <a:t>Dr. Seuss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52d030a94b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52d030a94b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8070e0ad67_1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8070e0ad67_1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52d030a94b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52d030a94b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Oh, the Places You'll Go!</a:t>
            </a:r>
            <a:endParaRPr/>
          </a:p>
          <a:p>
            <a:pPr indent="0" lvl="0" marL="0" rtl="0" algn="l">
              <a:spcBef>
                <a:spcPts val="0"/>
              </a:spcBef>
              <a:spcAft>
                <a:spcPts val="0"/>
              </a:spcAft>
              <a:buNone/>
            </a:pPr>
            <a:r>
              <a:rPr lang="en"/>
              <a:t>Dr. Seuss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52d030a94b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52d030a94b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8070e0ad67_1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8070e0ad67_1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802853f3a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802853f3a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Nineteen Eighty-Four</a:t>
            </a:r>
            <a:endParaRPr/>
          </a:p>
          <a:p>
            <a:pPr indent="0" lvl="0" marL="0" rtl="0" algn="l">
              <a:spcBef>
                <a:spcPts val="0"/>
              </a:spcBef>
              <a:spcAft>
                <a:spcPts val="0"/>
              </a:spcAft>
              <a:buNone/>
            </a:pPr>
            <a:r>
              <a:rPr lang="en"/>
              <a:t>George Orwell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802853f3a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802853f3a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070e0ad67_1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8070e0ad67_1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802853f3a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802853f3a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52d030a94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52d030a94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08459a0e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08459a0e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f31cad27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f31cad27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f31cad27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f31cad27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f31cad27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7f31cad27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https://en.wikipedia.org/wiki/Grace_Hopper</a:t>
            </a:r>
            <a:r>
              <a:rPr lang="en"/>
              <a:t> </a:t>
            </a:r>
            <a:endParaRPr/>
          </a:p>
          <a:p>
            <a:pPr indent="0" lvl="0" marL="0" rtl="0" algn="l">
              <a:spcBef>
                <a:spcPts val="0"/>
              </a:spcBef>
              <a:spcAft>
                <a:spcPts val="0"/>
              </a:spcAft>
              <a:buNone/>
            </a:pPr>
            <a:r>
              <a:rPr lang="en"/>
              <a:t>Dr Grace Hopper, Yale PhD</a:t>
            </a:r>
            <a:endParaRPr/>
          </a:p>
          <a:p>
            <a:pPr indent="0" lvl="0" marL="0" rtl="0" algn="l">
              <a:spcBef>
                <a:spcPts val="0"/>
              </a:spcBef>
              <a:spcAft>
                <a:spcPts val="0"/>
              </a:spcAft>
              <a:buNone/>
            </a:pPr>
            <a:r>
              <a:rPr lang="en"/>
              <a:t>Rear Admiral in Navy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7f31cad27c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7f31cad27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https://www.britannica.com/technology/Harvard-Mark-I</a:t>
            </a:r>
            <a:r>
              <a:rPr lang="en"/>
              <a:t> </a:t>
            </a:r>
            <a:endParaRPr/>
          </a:p>
          <a:p>
            <a:pPr indent="0" lvl="0" marL="0" rtl="0" algn="l">
              <a:spcBef>
                <a:spcPts val="0"/>
              </a:spcBef>
              <a:spcAft>
                <a:spcPts val="0"/>
              </a:spcAft>
              <a:buNone/>
            </a:pPr>
            <a:r>
              <a:rPr lang="en"/>
              <a:t>SEC</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f31cad27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7f31cad27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https://en.wikipedia.org/wiki/Software_bug</a:t>
            </a:r>
            <a:endParaRPr/>
          </a:p>
          <a:p>
            <a:pPr indent="0" lvl="0" marL="0" rtl="0" algn="l">
              <a:spcBef>
                <a:spcPts val="0"/>
              </a:spcBef>
              <a:spcAft>
                <a:spcPts val="0"/>
              </a:spcAft>
              <a:buNone/>
            </a:pPr>
            <a:r>
              <a:rPr lang="en" u="sng">
                <a:solidFill>
                  <a:schemeClr val="hlink"/>
                </a:solidFill>
                <a:hlinkClick r:id="rId3"/>
              </a:rPr>
              <a:t>https://en.wikipedia.org/wiki/Harvard_Mark_II</a:t>
            </a:r>
            <a:r>
              <a:rPr lang="en"/>
              <a:t> </a:t>
            </a:r>
            <a:endParaRPr>
              <a:solidFill>
                <a:schemeClr val="dk1"/>
              </a:solidFill>
            </a:endParaRPr>
          </a:p>
          <a:p>
            <a:pPr indent="0" lvl="0" marL="0" rtl="0" algn="l">
              <a:spcBef>
                <a:spcPts val="0"/>
              </a:spcBef>
              <a:spcAft>
                <a:spcPts val="0"/>
              </a:spcAft>
              <a:buNone/>
            </a:pPr>
            <a:r>
              <a:rPr lang="en">
                <a:solidFill>
                  <a:schemeClr val="dk1"/>
                </a:solidFill>
              </a:rPr>
              <a:t>Mark II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f31cad27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f31cad27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actual case of bug being found", now in Smithsonian</a:t>
            </a:r>
            <a:endParaRPr/>
          </a:p>
          <a:p>
            <a:pPr indent="0" lvl="0" marL="0" rtl="0" algn="l">
              <a:spcBef>
                <a:spcPts val="0"/>
              </a:spcBef>
              <a:spcAft>
                <a:spcPts val="0"/>
              </a:spcAft>
              <a:buNone/>
            </a:pPr>
            <a:r>
              <a:rPr lang="en"/>
              <a:t>buggy{0,1,2}</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f31cad27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7f31cad27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buggy{3,4}.c</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f31cad27c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7f31cad27c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buggy5.c</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f31cad27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7f31cad27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f31cad27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f31cad27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80537beb9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80537beb9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know it doesn't feel like it, but have had training wheels on…</a:t>
            </a:r>
            <a:endParaRPr/>
          </a:p>
          <a:p>
            <a:pPr indent="0" lvl="0" marL="0" rtl="0" algn="l">
              <a:spcBef>
                <a:spcPts val="0"/>
              </a:spcBef>
              <a:spcAft>
                <a:spcPts val="0"/>
              </a:spcAft>
              <a:buNone/>
            </a:pPr>
            <a:r>
              <a:rPr lang="en"/>
              <a:t>bottom-up understanding, to deduce solutions to problems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988286dad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988286dad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988286dad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988286dad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988286da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988286da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hello0.c</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421cb10800_1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421cb10800_1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f31cad27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f31cad27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600334256b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600334256b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600334256b_1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600334256b_1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600334256b_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600334256b_1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hello1.c</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421cb10800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421cb10800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421cb10800_1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421cb10800_1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421cb10800_1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421cb10800_1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421cb10800_1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421cb10800_1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421cb10800_1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421cb10800_1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80537beb9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80537beb9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80537beb9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80537beb9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421cb10800_1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421cb10800_1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21cb10800_1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421cb10800_1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21cb10800_1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421cb10800_1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421cb10800_1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421cb10800_1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421cb10800_1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421cb10800_1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421cb10800_1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421cb10800_1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421cb10800_1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421cb10800_1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421cb10800_1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421cb10800_1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421cb10800_1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421cb10800_1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421cb10800_1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421cb10800_1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421cb10800_1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421cb10800_1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421cb10800_1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421cb10800_1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4360bc60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4360bc60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421cb10800_1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421cb10800_1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600334256b_1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600334256b_1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files involved</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421cb10800_1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421cb10800_1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421cb10800_1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421cb10800_1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421cb10800_1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421cb10800_1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421cb10800_1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421cb10800_1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421cb10800_1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421cb10800_1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421cb10800_1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421cb10800_1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0s and 1s for printf.c are actually those for libc.so.</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421cb10800_1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421cb10800_1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600334256b_1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600334256b_1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600334256b_59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600334256b_59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52d030a94b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52d030a94b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52d030a94b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52d030a94b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intellectual property</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52d030a94b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52d030a94b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easier with hello-world than with, e.g., loops, which could be for loops or while loops, etc.</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7f4c065404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7f4c065404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52d030a94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52d030a94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988286dadd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988286dadd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600334256b_1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600334256b_1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 == 2 billion</a:t>
            </a:r>
            <a:endParaRPr/>
          </a:p>
          <a:p>
            <a:pPr indent="0" lvl="0" marL="0" rtl="0" algn="l">
              <a:spcBef>
                <a:spcPts val="0"/>
              </a:spcBef>
              <a:spcAft>
                <a:spcPts val="0"/>
              </a:spcAft>
              <a:buNone/>
            </a:pPr>
            <a:r>
              <a:rPr lang="en"/>
              <a:t>long == 9 quintillion (signed)</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421cb10800_1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421cb10800_1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421cb10800_1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421cb10800_1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421cb10800_1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421cb10800_1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421cb10800_1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421cb10800_1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421cb10800_1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421cb10800_1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421cb10800_1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421cb10800_1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421cb10800_1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421cb10800_1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600334256b_1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600334256b_1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421cb10800_1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421cb10800_1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600334256b_1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600334256b_1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600334256b_1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600334256b_1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988286dadd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988286dadd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scores0.c</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988286dadd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988286dadd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988286dadd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988286dadd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988286dadd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988286dadd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988286dadd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988286dadd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988286dadd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988286dadd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988286dadd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988286dadd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best design</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988286dadd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988286dadd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988286dadd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988286dadd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988286dadd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988286dadd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scores1.c</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988286dadd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988286dadd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scores{2,3,4,5}.c</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988286dadd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988286dadd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hi{0,1}.c</a:t>
            </a:r>
            <a:endParaRPr/>
          </a:p>
          <a:p>
            <a:pPr indent="0" lvl="0" marL="0" rtl="0" algn="l">
              <a:spcBef>
                <a:spcPts val="0"/>
              </a:spcBef>
              <a:spcAft>
                <a:spcPts val="0"/>
              </a:spcAft>
              <a:buNone/>
            </a:pPr>
            <a:r>
              <a:rPr lang="en"/>
              <a:t>what about chars?</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988286dadd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988286dadd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600334256b_1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600334256b_1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600334256b_1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600334256b_1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600334256b_1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600334256b_1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80537beb9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80537beb9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types have fixed length, so how implement strings?</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988286dadd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988286dadd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hi2.c</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988286dadd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988286dadd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600334256b_1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600334256b_1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hi3.c</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988286dadd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988286dadd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know where end is?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80537beb98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80537beb98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988286dadd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988286dadd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280537beb9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280537beb9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988286dad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988286dad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hi4.c</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988286dadd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988286dadd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80537beb9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80537beb9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fead10c7ec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fead10c7ec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https://asciichart.com/</a:t>
            </a:r>
            <a:r>
              <a:rPr lang="en"/>
              <a:t>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fead10c7ec_6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fead10c7ec_6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https://asciichart.com/</a:t>
            </a:r>
            <a:r>
              <a:rPr lang="en"/>
              <a:t>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988286dadd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988286dadd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hi5.c</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600334256b_1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600334256b_1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988286dadd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988286dadd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988286dadd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988286dadd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988286dadd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988286dadd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600334256b_1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600334256b_1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hi6.c</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988286dadd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988286dadd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988286dadd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988286dadd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hi7.c</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600334256b_59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600334256b_59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length{0,1}.c</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fead10c7ec_6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fead10c7ec_6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152d030a94b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152d030a94b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fead10c7ec_6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fead10c7ec_6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length2.c</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string{0,1,2}.c</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601de35e0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601de35e0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152d030a94b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152d030a94b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80537beb9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80537beb9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https://asciichart.com/</a:t>
            </a:r>
            <a:r>
              <a:rPr lang="en"/>
              <a:t>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80537beb9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80537beb9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uppercase{0,1,2}.c</a:t>
            </a:r>
            <a:endParaRPr>
              <a:solidFill>
                <a:schemeClr val="dk1"/>
              </a:solidFill>
            </a:endParaRPr>
          </a:p>
          <a:p>
            <a:pPr indent="0" lvl="0" marL="0" rtl="0" algn="l">
              <a:spcBef>
                <a:spcPts val="0"/>
              </a:spcBef>
              <a:spcAft>
                <a:spcPts val="0"/>
              </a:spcAft>
              <a:buNone/>
            </a:pPr>
            <a:r>
              <a:rPr lang="en" u="sng">
                <a:solidFill>
                  <a:schemeClr val="hlink"/>
                </a:solidFill>
                <a:hlinkClick r:id="rId2"/>
              </a:rPr>
              <a:t>https://asciichart.com/</a:t>
            </a:r>
            <a:r>
              <a:rPr lang="en"/>
              <a:t>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600334256b_1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600334256b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421cb10800_1_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421cb10800_1_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421cb10800_1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421cb10800_1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421cb10800_1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421cb10800_1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greet{0,1,2,3}.c</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280537beb9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280537beb9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152d030a94b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152d030a94b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cowsay moo</a:t>
            </a:r>
            <a:endParaRPr/>
          </a:p>
          <a:p>
            <a:pPr indent="0" lvl="0" marL="0" rtl="0" algn="l">
              <a:spcBef>
                <a:spcPts val="0"/>
              </a:spcBef>
              <a:spcAft>
                <a:spcPts val="0"/>
              </a:spcAft>
              <a:buNone/>
            </a:pPr>
            <a:r>
              <a:rPr lang="en"/>
              <a:t>cowsay -f duck quack</a:t>
            </a:r>
            <a:endParaRPr/>
          </a:p>
          <a:p>
            <a:pPr indent="0" lvl="0" marL="0" rtl="0" algn="l">
              <a:spcBef>
                <a:spcPts val="0"/>
              </a:spcBef>
              <a:spcAft>
                <a:spcPts val="0"/>
              </a:spcAft>
              <a:buNone/>
            </a:pPr>
            <a:r>
              <a:rPr lang="en"/>
              <a:t>cowsay -f dragon RAWR</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600334256b_59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600334256b_59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152d030a94b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152d030a94b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https://community.zoom.com/t5/Meetings/ERROR-1132/td-p/40521</a:t>
            </a:r>
            <a:r>
              <a:rPr lang="en"/>
              <a:t>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152d030a94b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152d030a94b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https://github.com/</a:t>
            </a:r>
            <a:r>
              <a:rPr lang="en"/>
              <a:t>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421cb10800_1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421cb10800_1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421cb10800_1_9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421cb10800_1_9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421cb10800_1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421cb10800_1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status.c</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600334256b_1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600334256b_1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useful for TFs' testing students code (or testing code in industry in automated processes)</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152d030a94b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152d030a94b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fead10c7ec_6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fead10c7ec_6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600334256b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600334256b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600334256b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600334256b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988286dadd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988286dadd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600334256b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600334256b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600334256b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600334256b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ef74848014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ef74848014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80537beb9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280537beb9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280537beb9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280537beb9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80537beb9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280537beb9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80537beb98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80537beb98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fead10c7ec_6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fead10c7ec_6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ef74848014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ef74848014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600334256b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600334256b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ef74848014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ef74848014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ef74848014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ef74848014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ef74848014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ef74848014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ef74848014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ef74848014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ef74848014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ef74848014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ef74848014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ef74848014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ef74848014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ef74848014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ef74848014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ef74848014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ef74848014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ef74848014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15315c3a6c0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15315c3a6c0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152b199c42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152b199c42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1600"/>
              </a:spcBef>
              <a:spcAft>
                <a:spcPts val="0"/>
              </a:spcAft>
              <a:buClr>
                <a:schemeClr val="dk1"/>
              </a:buClr>
              <a:buSzPts val="1400"/>
              <a:buChar char="○"/>
              <a:defRPr>
                <a:solidFill>
                  <a:schemeClr val="dk1"/>
                </a:solidFill>
              </a:defRPr>
            </a:lvl2pPr>
            <a:lvl3pPr indent="-317500" lvl="2" marL="1371600">
              <a:spcBef>
                <a:spcPts val="1600"/>
              </a:spcBef>
              <a:spcAft>
                <a:spcPts val="0"/>
              </a:spcAft>
              <a:buClr>
                <a:schemeClr val="dk1"/>
              </a:buClr>
              <a:buSzPts val="1400"/>
              <a:buChar char="■"/>
              <a:defRPr>
                <a:solidFill>
                  <a:schemeClr val="dk1"/>
                </a:solidFill>
              </a:defRPr>
            </a:lvl3pPr>
            <a:lvl4pPr indent="-317500" lvl="3" marL="1828800">
              <a:spcBef>
                <a:spcPts val="1600"/>
              </a:spcBef>
              <a:spcAft>
                <a:spcPts val="0"/>
              </a:spcAft>
              <a:buClr>
                <a:schemeClr val="dk1"/>
              </a:buClr>
              <a:buSzPts val="1400"/>
              <a:buChar char="●"/>
              <a:defRPr>
                <a:solidFill>
                  <a:schemeClr val="dk1"/>
                </a:solidFill>
              </a:defRPr>
            </a:lvl4pPr>
            <a:lvl5pPr indent="-317500" lvl="4" marL="2286000">
              <a:spcBef>
                <a:spcPts val="1600"/>
              </a:spcBef>
              <a:spcAft>
                <a:spcPts val="0"/>
              </a:spcAft>
              <a:buClr>
                <a:schemeClr val="dk1"/>
              </a:buClr>
              <a:buSzPts val="1400"/>
              <a:buChar char="○"/>
              <a:defRPr>
                <a:solidFill>
                  <a:schemeClr val="dk1"/>
                </a:solidFill>
              </a:defRPr>
            </a:lvl5pPr>
            <a:lvl6pPr indent="-317500" lvl="5" marL="2743200">
              <a:spcBef>
                <a:spcPts val="1600"/>
              </a:spcBef>
              <a:spcAft>
                <a:spcPts val="0"/>
              </a:spcAft>
              <a:buClr>
                <a:schemeClr val="dk1"/>
              </a:buClr>
              <a:buSzPts val="1400"/>
              <a:buChar char="■"/>
              <a:defRPr>
                <a:solidFill>
                  <a:schemeClr val="dk1"/>
                </a:solidFill>
              </a:defRPr>
            </a:lvl6pPr>
            <a:lvl7pPr indent="-317500" lvl="6" marL="3200400">
              <a:spcBef>
                <a:spcPts val="1600"/>
              </a:spcBef>
              <a:spcAft>
                <a:spcPts val="0"/>
              </a:spcAft>
              <a:buClr>
                <a:schemeClr val="dk1"/>
              </a:buClr>
              <a:buSzPts val="1400"/>
              <a:buChar char="●"/>
              <a:defRPr>
                <a:solidFill>
                  <a:schemeClr val="dk1"/>
                </a:solidFill>
              </a:defRPr>
            </a:lvl7pPr>
            <a:lvl8pPr indent="-317500" lvl="7" marL="3657600">
              <a:spcBef>
                <a:spcPts val="1600"/>
              </a:spcBef>
              <a:spcAft>
                <a:spcPts val="0"/>
              </a:spcAft>
              <a:buClr>
                <a:schemeClr val="dk1"/>
              </a:buClr>
              <a:buSzPts val="1400"/>
              <a:buChar char="○"/>
              <a:defRPr>
                <a:solidFill>
                  <a:schemeClr val="dk1"/>
                </a:solidFill>
              </a:defRPr>
            </a:lvl8pPr>
            <a:lvl9pPr indent="-317500" lvl="8" marL="411480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1600"/>
              </a:spcBef>
              <a:spcAft>
                <a:spcPts val="0"/>
              </a:spcAft>
              <a:buClr>
                <a:schemeClr val="lt2"/>
              </a:buClr>
              <a:buSzPts val="1400"/>
              <a:buChar char="○"/>
              <a:defRPr>
                <a:solidFill>
                  <a:schemeClr val="lt2"/>
                </a:solidFill>
              </a:defRPr>
            </a:lvl2pPr>
            <a:lvl3pPr indent="-317500" lvl="2" marL="1371600">
              <a:lnSpc>
                <a:spcPct val="115000"/>
              </a:lnSpc>
              <a:spcBef>
                <a:spcPts val="1600"/>
              </a:spcBef>
              <a:spcAft>
                <a:spcPts val="0"/>
              </a:spcAft>
              <a:buClr>
                <a:schemeClr val="lt2"/>
              </a:buClr>
              <a:buSzPts val="1400"/>
              <a:buChar char="■"/>
              <a:defRPr>
                <a:solidFill>
                  <a:schemeClr val="lt2"/>
                </a:solidFill>
              </a:defRPr>
            </a:lvl3pPr>
            <a:lvl4pPr indent="-317500" lvl="3" marL="1828800">
              <a:lnSpc>
                <a:spcPct val="115000"/>
              </a:lnSpc>
              <a:spcBef>
                <a:spcPts val="1600"/>
              </a:spcBef>
              <a:spcAft>
                <a:spcPts val="0"/>
              </a:spcAft>
              <a:buClr>
                <a:schemeClr val="lt2"/>
              </a:buClr>
              <a:buSzPts val="1400"/>
              <a:buChar char="●"/>
              <a:defRPr>
                <a:solidFill>
                  <a:schemeClr val="lt2"/>
                </a:solidFill>
              </a:defRPr>
            </a:lvl4pPr>
            <a:lvl5pPr indent="-317500" lvl="4" marL="2286000">
              <a:lnSpc>
                <a:spcPct val="115000"/>
              </a:lnSpc>
              <a:spcBef>
                <a:spcPts val="1600"/>
              </a:spcBef>
              <a:spcAft>
                <a:spcPts val="0"/>
              </a:spcAft>
              <a:buClr>
                <a:schemeClr val="lt2"/>
              </a:buClr>
              <a:buSzPts val="1400"/>
              <a:buChar char="○"/>
              <a:defRPr>
                <a:solidFill>
                  <a:schemeClr val="lt2"/>
                </a:solidFill>
              </a:defRPr>
            </a:lvl5pPr>
            <a:lvl6pPr indent="-317500" lvl="5" marL="2743200">
              <a:lnSpc>
                <a:spcPct val="115000"/>
              </a:lnSpc>
              <a:spcBef>
                <a:spcPts val="1600"/>
              </a:spcBef>
              <a:spcAft>
                <a:spcPts val="0"/>
              </a:spcAft>
              <a:buClr>
                <a:schemeClr val="lt2"/>
              </a:buClr>
              <a:buSzPts val="1400"/>
              <a:buChar char="■"/>
              <a:defRPr>
                <a:solidFill>
                  <a:schemeClr val="lt2"/>
                </a:solidFill>
              </a:defRPr>
            </a:lvl6pPr>
            <a:lvl7pPr indent="-317500" lvl="6" marL="3200400">
              <a:lnSpc>
                <a:spcPct val="115000"/>
              </a:lnSpc>
              <a:spcBef>
                <a:spcPts val="1600"/>
              </a:spcBef>
              <a:spcAft>
                <a:spcPts val="0"/>
              </a:spcAft>
              <a:buClr>
                <a:schemeClr val="lt2"/>
              </a:buClr>
              <a:buSzPts val="1400"/>
              <a:buChar char="●"/>
              <a:defRPr>
                <a:solidFill>
                  <a:schemeClr val="lt2"/>
                </a:solidFill>
              </a:defRPr>
            </a:lvl7pPr>
            <a:lvl8pPr indent="-317500" lvl="7" marL="3657600">
              <a:lnSpc>
                <a:spcPct val="115000"/>
              </a:lnSpc>
              <a:spcBef>
                <a:spcPts val="1600"/>
              </a:spcBef>
              <a:spcAft>
                <a:spcPts val="0"/>
              </a:spcAft>
              <a:buClr>
                <a:schemeClr val="lt2"/>
              </a:buClr>
              <a:buSzPts val="1400"/>
              <a:buChar char="○"/>
              <a:defRPr>
                <a:solidFill>
                  <a:schemeClr val="lt2"/>
                </a:solidFill>
              </a:defRPr>
            </a:lvl8pPr>
            <a:lvl9pPr indent="-317500" lvl="8" marL="4114800">
              <a:lnSpc>
                <a:spcPct val="115000"/>
              </a:lnSpc>
              <a:spcBef>
                <a:spcPts val="1600"/>
              </a:spcBef>
              <a:spcAft>
                <a:spcPts val="160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s50.ly/lun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5.xml"/><Relationship Id="rId3"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6.xml"/><Relationship Id="rId3" Type="http://schemas.openxmlformats.org/officeDocument/2006/relationships/image" Target="../media/image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7.xml"/><Relationship Id="rId3" Type="http://schemas.openxmlformats.org/officeDocument/2006/relationships/image" Target="../media/image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 Id="rId3" Type="http://schemas.openxmlformats.org/officeDocument/2006/relationships/image" Target="../media/image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 Id="rId3" Type="http://schemas.openxmlformats.org/officeDocument/2006/relationships/image" Target="../media/image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 Id="rId3" Type="http://schemas.openxmlformats.org/officeDocument/2006/relationships/image" Target="../media/image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1.xml"/><Relationship Id="rId3" Type="http://schemas.openxmlformats.org/officeDocument/2006/relationships/image" Target="../media/image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2.xml"/><Relationship Id="rId3"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 Id="rId3" Type="http://schemas.openxmlformats.org/officeDocument/2006/relationships/image" Target="../media/image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3.xml"/><Relationship Id="rId3" Type="http://schemas.openxmlformats.org/officeDocument/2006/relationships/image" Target="../media/image1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4.xml"/><Relationship Id="rId3" Type="http://schemas.openxmlformats.org/officeDocument/2006/relationships/image" Target="../media/image1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hyperlink" Target="https://manual.cs50.io/#string.h"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hyperlink" Target="https://manual.cs50.io/#ctype.h"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9.xml"/><Relationship Id="rId3" Type="http://schemas.openxmlformats.org/officeDocument/2006/relationships/image" Target="../media/image1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0.xml"/><Relationship Id="rId3" Type="http://schemas.openxmlformats.org/officeDocument/2006/relationships/image" Target="../media/image1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8.xml"/><Relationship Id="rId3" Type="http://schemas.openxmlformats.org/officeDocument/2006/relationships/image" Target="../media/image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9.xml"/><Relationship Id="rId3" Type="http://schemas.openxmlformats.org/officeDocument/2006/relationships/image" Target="../media/image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8.xml"/><Relationship Id="rId3" Type="http://schemas.openxmlformats.org/officeDocument/2006/relationships/image" Target="../media/image6.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Char char="●"/>
            </a:pPr>
            <a:r>
              <a:rPr lang="en" sz="1700">
                <a:solidFill>
                  <a:schemeClr val="dk1"/>
                </a:solidFill>
              </a:rPr>
              <a:t>We'll take a break partway through class, with Cheez-Its for snacks!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Looking for a </a:t>
            </a:r>
            <a:r>
              <a:rPr lang="en" sz="1700">
                <a:solidFill>
                  <a:srgbClr val="FFFF00"/>
                </a:solidFill>
              </a:rPr>
              <a:t>study buddy</a:t>
            </a:r>
            <a:r>
              <a:rPr lang="en" sz="1700">
                <a:solidFill>
                  <a:schemeClr val="dk1"/>
                </a:solidFill>
              </a:rPr>
              <a:t>? Submit </a:t>
            </a:r>
            <a:r>
              <a:rPr lang="en" sz="1700">
                <a:solidFill>
                  <a:srgbClr val="FFFF00"/>
                </a:solidFill>
              </a:rPr>
              <a:t>cs50.ly/studybuddy</a:t>
            </a:r>
            <a:r>
              <a:rPr lang="en" sz="1700">
                <a:solidFill>
                  <a:schemeClr val="dk1"/>
                </a:solidFill>
              </a:rPr>
              <a:t>.</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To attend </a:t>
            </a:r>
            <a:r>
              <a:rPr lang="en" sz="1700">
                <a:solidFill>
                  <a:srgbClr val="FFFF00"/>
                </a:solidFill>
              </a:rPr>
              <a:t>CS50 Lunch</a:t>
            </a:r>
            <a:r>
              <a:rPr lang="en" sz="1700">
                <a:solidFill>
                  <a:schemeClr val="dk1"/>
                </a:solidFill>
              </a:rPr>
              <a:t> this Fri 9/19 at 1:15pm, RSVP at </a:t>
            </a:r>
            <a:r>
              <a:rPr lang="en" sz="1700">
                <a:solidFill>
                  <a:srgbClr val="FFFF00"/>
                </a:solidFill>
                <a:uFill>
                  <a:noFill/>
                </a:uFill>
                <a:hlinkClick r:id="rId3">
                  <a:extLst>
                    <a:ext uri="{A12FA001-AC4F-418D-AE19-62706E023703}">
                      <ahyp:hlinkClr val="tx"/>
                    </a:ext>
                  </a:extLst>
                </a:hlinkClick>
              </a:rPr>
              <a:t>cs50.ly/lunch</a:t>
            </a:r>
            <a:r>
              <a:rPr lang="en" sz="1700">
                <a:solidFill>
                  <a:schemeClr val="dk1"/>
                </a:solidFill>
              </a:rPr>
              <a:t>!</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Aok to attend again this week even if you attended last week's!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Do </a:t>
            </a:r>
            <a:r>
              <a:rPr lang="en" sz="1700">
                <a:solidFill>
                  <a:srgbClr val="FFFF00"/>
                </a:solidFill>
              </a:rPr>
              <a:t>say hi</a:t>
            </a:r>
            <a:r>
              <a:rPr lang="en" sz="1700">
                <a:solidFill>
                  <a:schemeClr val="dk1"/>
                </a:solidFill>
              </a:rPr>
              <a:t> or </a:t>
            </a:r>
            <a:r>
              <a:rPr lang="en" sz="1700">
                <a:solidFill>
                  <a:srgbClr val="FFFF00"/>
                </a:solidFill>
              </a:rPr>
              <a:t>ask questions</a:t>
            </a:r>
            <a:r>
              <a:rPr lang="en" sz="1700">
                <a:solidFill>
                  <a:schemeClr val="dk1"/>
                </a:solidFill>
              </a:rPr>
              <a:t> during break or after class</a:t>
            </a:r>
            <a:r>
              <a:rPr lang="en" sz="1700">
                <a:solidFill>
                  <a:schemeClr val="dk1"/>
                </a:solidFill>
              </a:rPr>
              <a:t>!</a:t>
            </a:r>
            <a:endParaRPr sz="1700">
              <a:solidFill>
                <a:schemeClr val="dk1"/>
              </a:solidFill>
            </a:endParaRPr>
          </a:p>
          <a:p>
            <a:pPr indent="-336550" lvl="1" marL="914400" rtl="0" algn="l">
              <a:spcBef>
                <a:spcPts val="0"/>
              </a:spcBef>
              <a:spcAft>
                <a:spcPts val="0"/>
              </a:spcAft>
              <a:buClr>
                <a:schemeClr val="dk1"/>
              </a:buClr>
              <a:buSzPts val="1700"/>
              <a:buChar char="○"/>
            </a:pPr>
            <a:r>
              <a:rPr lang="en" sz="1700">
                <a:solidFill>
                  <a:schemeClr val="dk1"/>
                </a:solidFill>
              </a:rPr>
              <a:t>What do today's binary bulbs spell?</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Happy birthday to Brenda! 🥳</a:t>
            </a:r>
            <a:endParaRPr sz="1700">
              <a:solidFill>
                <a:schemeClr val="dk1"/>
              </a:solidFill>
            </a:endParaRPr>
          </a:p>
        </p:txBody>
      </p:sp>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CS50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reading levels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One fish. Two fish. Red fish. Blue fish.</a:t>
            </a:r>
            <a:endParaRPr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Before Grade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Congratulations! Today is your day. You're off to Great Places! You're off and away!</a:t>
            </a:r>
            <a:endParaRPr sz="2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Grade 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It was a bright cold day in April, and the clocks were striking thirteen. Winston Smith, his chin nuzzled into his breast in an effort to escape the vile wind, slipped quickly through the glass doors of Victory Mansions, though not quickly enough to prevent a swirl of gritty dust from entering along with him.</a:t>
            </a:r>
            <a:endParaRPr sz="2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Grade 10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reading levels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cryptography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U  I  J  T   J  T   D  T  5  0</a:t>
            </a:r>
            <a:endParaRPr>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I  S   C  S  5  0</a:t>
            </a:r>
            <a:endParaRPr>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30"/>
          <p:cNvPicPr preferRelativeResize="0"/>
          <p:nvPr/>
        </p:nvPicPr>
        <p:blipFill>
          <a:blip r:embed="rId3">
            <a:alphaModFix/>
          </a:blip>
          <a:stretch>
            <a:fillRect/>
          </a:stretch>
        </p:blipFill>
        <p:spPr>
          <a:xfrm>
            <a:off x="3413200" y="1494188"/>
            <a:ext cx="2317603" cy="215512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debugging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32"/>
          <p:cNvPicPr preferRelativeResize="0"/>
          <p:nvPr/>
        </p:nvPicPr>
        <p:blipFill>
          <a:blip r:embed="rId3">
            <a:alphaModFix/>
          </a:blip>
          <a:stretch>
            <a:fillRect/>
          </a:stretch>
        </p:blipFill>
        <p:spPr>
          <a:xfrm>
            <a:off x="2515100" y="0"/>
            <a:ext cx="4113804" cy="51435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33"/>
          <p:cNvPicPr preferRelativeResize="0"/>
          <p:nvPr/>
        </p:nvPicPr>
        <p:blipFill>
          <a:blip r:embed="rId3">
            <a:alphaModFix/>
          </a:blip>
          <a:stretch>
            <a:fillRect/>
          </a:stretch>
        </p:blipFill>
        <p:spPr>
          <a:xfrm>
            <a:off x="522025" y="0"/>
            <a:ext cx="8099948" cy="51434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34"/>
          <p:cNvPicPr preferRelativeResize="0"/>
          <p:nvPr/>
        </p:nvPicPr>
        <p:blipFill>
          <a:blip r:embed="rId3">
            <a:alphaModFix/>
          </a:blip>
          <a:stretch>
            <a:fillRect/>
          </a:stretch>
        </p:blipFill>
        <p:spPr>
          <a:xfrm>
            <a:off x="1478238" y="0"/>
            <a:ext cx="6187517"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35"/>
          <p:cNvPicPr preferRelativeResize="0"/>
          <p:nvPr/>
        </p:nvPicPr>
        <p:blipFill>
          <a:blip r:embed="rId3">
            <a:alphaModFix/>
          </a:blip>
          <a:stretch>
            <a:fillRect/>
          </a:stretch>
        </p:blipFill>
        <p:spPr>
          <a:xfrm>
            <a:off x="-304803" y="-3907375"/>
            <a:ext cx="11736975" cy="9756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6"/>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a:t>
            </a:r>
            <a:endParaRPr>
              <a:solidFill>
                <a:srgbClr val="FFFFFF"/>
              </a:solidFill>
              <a:latin typeface="Consolas"/>
              <a:ea typeface="Consolas"/>
              <a:cs typeface="Consolas"/>
              <a:sym typeface="Consolas"/>
            </a:endParaRPr>
          </a:p>
          <a:p>
            <a:pPr indent="0" lvl="0" marL="0" rtl="0" algn="l">
              <a:spcBef>
                <a:spcPts val="1600"/>
              </a:spcBef>
              <a:spcAft>
                <a:spcPts val="0"/>
              </a:spcAft>
              <a:buNone/>
            </a:pPr>
            <a:r>
              <a:t/>
            </a:r>
            <a:endParaRPr>
              <a:solidFill>
                <a:srgbClr val="FFFFFF"/>
              </a:solidFill>
            </a:endParaRPr>
          </a:p>
          <a:p>
            <a:pPr indent="0" lvl="0" marL="0" rtl="0" algn="l">
              <a:spcBef>
                <a:spcPts val="1600"/>
              </a:spcBef>
              <a:spcAft>
                <a:spcPts val="1600"/>
              </a:spcAft>
              <a:buNone/>
            </a:pPr>
            <a:r>
              <a:t/>
            </a:r>
            <a:endParaRPr>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7"/>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debug50</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t/>
            </a:r>
            <a:endParaRPr>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8"/>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debug50</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rPr>
              <a:t>rubber duck</a:t>
            </a:r>
            <a:endParaRPr>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printf</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debug50</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rPr>
              <a:t>rubber duck</a:t>
            </a:r>
            <a:endParaRPr>
              <a:solidFill>
                <a:srgbClr val="FFFFFF"/>
              </a:solidFill>
            </a:endParaRPr>
          </a:p>
          <a:p>
            <a:pPr indent="0" lvl="0" marL="0" rtl="0" algn="l">
              <a:spcBef>
                <a:spcPts val="1600"/>
              </a:spcBef>
              <a:spcAft>
                <a:spcPts val="1600"/>
              </a:spcAft>
              <a:buNone/>
            </a:pPr>
            <a:r>
              <a:rPr lang="en">
                <a:solidFill>
                  <a:srgbClr val="FFFFFF"/>
                </a:solidFill>
              </a:rPr>
              <a:t>CS50 Duck</a:t>
            </a:r>
            <a:endParaRPr>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0"/>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0"/>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
        <p:nvSpPr>
          <p:cNvPr id="189" name="Google Shape;189;p40"/>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machine code</a:t>
            </a:r>
            <a:endParaRPr sz="2900">
              <a:solidFill>
                <a:srgbClr val="FFFFFF"/>
              </a:solidFill>
            </a:endParaRPr>
          </a:p>
        </p:txBody>
      </p:sp>
      <p:sp>
        <p:nvSpPr>
          <p:cNvPr id="190" name="Google Shape;190;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compiler</a:t>
            </a:r>
            <a:endParaRPr sz="2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1"/>
          <p:cNvSpPr txBox="1"/>
          <p:nvPr>
            <p:ph idx="1" type="body"/>
          </p:nvPr>
        </p:nvSpPr>
        <p:spPr>
          <a:xfrm>
            <a:off x="2608950" y="1456200"/>
            <a:ext cx="3926100" cy="2231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world\n");</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2"/>
          <p:cNvSpPr txBox="1"/>
          <p:nvPr/>
        </p:nvSpPr>
        <p:spPr>
          <a:xfrm>
            <a:off x="0" y="1072350"/>
            <a:ext cx="9144000" cy="299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01111111 01000101 01001100 01000110 00000010 00000001 00000001 00000000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00000010 00000000 00111110 00000000 00000001 00000000 00000000 00000000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10110000 00000101 01000000 00000000 00000000 00000000 00000000 00000000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11010000 00010011 00000000 00000000 00000000 00000000 00000000 00000000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00000000 00000000 00000000 00000000 01000000 00000000 00111000 00000000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00001001 00000000 01000000 00000000 00100100 00000000 00100001 00000000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00000110 00000000 00000000 00000000 00000101 00000000 00000000 00000000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11111000 00000001 00000000 00000000 00000000 00000000 00000000 00000000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11111000 00000001 00000000 00000000 00000000 00000000 00000000 00000000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00001000 00000000 00000000 00000000 00000000 00000000 00000000 00000000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00000011 00000000 00000000 00000000 00000100 00000000 00000000 00000000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00111000 00000010 00000000 00000000 00000000 00000000 00000000 00000000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3"/>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make hello</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./hello</a:t>
            </a:r>
            <a:endParaRPr>
              <a:solidFill>
                <a:srgbClr val="FFFFFF"/>
              </a:solidFill>
              <a:latin typeface="Consolas"/>
              <a:ea typeface="Consolas"/>
              <a:cs typeface="Consolas"/>
              <a:sym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clang hello.c</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./a.out</a:t>
            </a:r>
            <a:endParaRPr>
              <a:solidFill>
                <a:srgbClr val="FFFFFF"/>
              </a:solidFill>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command-line arguments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6"/>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clang -o hello hello.c</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./hello</a:t>
            </a:r>
            <a:endParaRPr>
              <a:solidFill>
                <a:srgbClr val="FFFFFF"/>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7"/>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world\n");</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8"/>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&lt;cs50.h&gt;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clang -o hello hello.c -lcs50</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./hello</a:t>
            </a:r>
            <a:endParaRPr>
              <a:solidFill>
                <a:srgbClr val="FFFFFF"/>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make hello</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./hello</a:t>
            </a:r>
            <a:endParaRPr>
              <a:solidFill>
                <a:srgbClr val="FFFFFF"/>
              </a:solidFill>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51"/>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t/>
            </a:r>
            <a:endParaRPr>
              <a:solidFill>
                <a:srgbClr val="FFFFFF"/>
              </a:solidFill>
            </a:endParaRPr>
          </a:p>
          <a:p>
            <a:pPr indent="0" lvl="0" marL="0" rtl="0" algn="l">
              <a:spcBef>
                <a:spcPts val="1600"/>
              </a:spcBef>
              <a:spcAft>
                <a:spcPts val="1600"/>
              </a:spcAft>
              <a:buNone/>
            </a:pPr>
            <a:r>
              <a:t/>
            </a:r>
            <a:endParaRPr>
              <a:solidFill>
                <a:srgbClr val="FFFF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2"/>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rPr>
              <a:t>preprocessing</a:t>
            </a:r>
            <a:endParaRPr>
              <a:solidFill>
                <a:srgbClr val="FFFFFF"/>
              </a:solidFill>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rPr lang="en">
                <a:solidFill>
                  <a:srgbClr val="FFFFFF"/>
                </a:solidFill>
              </a:rPr>
              <a:t>assembling</a:t>
            </a:r>
            <a:endParaRPr>
              <a:solidFill>
                <a:srgbClr val="FFFFFF"/>
              </a:solidFill>
            </a:endParaRPr>
          </a:p>
          <a:p>
            <a:pPr indent="0" lvl="0" marL="0" rtl="0" algn="l">
              <a:spcBef>
                <a:spcPts val="1600"/>
              </a:spcBef>
              <a:spcAft>
                <a:spcPts val="1600"/>
              </a:spcAft>
              <a:buNone/>
            </a:pPr>
            <a:r>
              <a:rPr lang="en">
                <a:solidFill>
                  <a:srgbClr val="FFFFFF"/>
                </a:solidFill>
              </a:rPr>
              <a:t>linking</a:t>
            </a:r>
            <a:endParaRPr>
              <a:solidFill>
                <a:srgbClr val="FFFF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53"/>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highlight>
                  <a:schemeClr val="dk1"/>
                </a:highlight>
              </a:rPr>
              <a:t>preprocessing</a:t>
            </a:r>
            <a:endParaRPr>
              <a:solidFill>
                <a:srgbClr val="000000"/>
              </a:solidFill>
              <a:highlight>
                <a:schemeClr val="dk1"/>
              </a:highlight>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rPr lang="en">
                <a:solidFill>
                  <a:srgbClr val="FFFFFF"/>
                </a:solidFill>
              </a:rPr>
              <a:t>assembling</a:t>
            </a:r>
            <a:endParaRPr>
              <a:solidFill>
                <a:srgbClr val="FFFFFF"/>
              </a:solidFill>
            </a:endParaRPr>
          </a:p>
          <a:p>
            <a:pPr indent="0" lvl="0" marL="0" rtl="0" algn="l">
              <a:spcBef>
                <a:spcPts val="1600"/>
              </a:spcBef>
              <a:spcAft>
                <a:spcPts val="1600"/>
              </a:spcAft>
              <a:buNone/>
            </a:pPr>
            <a:r>
              <a:rPr lang="en">
                <a:solidFill>
                  <a:srgbClr val="FFFFFF"/>
                </a:solidFill>
              </a:rPr>
              <a:t>linking</a:t>
            </a:r>
            <a:endParaRPr>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4"/>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void meow(void);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for (int i = 0; i &lt; 3; i++)</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meow();</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void meow(void)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printf("meow\n");</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5"/>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void meow(void);</a:t>
            </a:r>
            <a:endParaRPr>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for (int i = 0; i &lt; 3; i++)</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meow();</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void meow(void)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printf("meow\n");</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6"/>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&lt;cs50.h&gt;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7"/>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#include &lt;cs50.h&gt;</a:t>
            </a:r>
            <a:endParaRPr>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8"/>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string get_string(string prompt);</a:t>
            </a:r>
            <a:endParaRPr>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chemeClr val="dk1"/>
                </a:solidFill>
                <a:latin typeface="Consolas"/>
                <a:ea typeface="Consolas"/>
                <a:cs typeface="Consolas"/>
                <a:sym typeface="Consolas"/>
              </a:rPr>
              <a:t>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9"/>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string get_string(string prompt);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#include &lt;stdio.h&gt;</a:t>
            </a:r>
            <a:endParaRPr>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chemeClr val="dk1"/>
                </a:solidFill>
                <a:latin typeface="Consolas"/>
                <a:ea typeface="Consolas"/>
                <a:cs typeface="Consolas"/>
                <a:sym typeface="Consolas"/>
              </a:rPr>
              <a:t>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60"/>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string get_string(string prompt);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int printf(string format, ...);</a:t>
            </a:r>
            <a:endParaRPr>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chemeClr val="dk1"/>
                </a:solidFill>
                <a:latin typeface="Consolas"/>
                <a:ea typeface="Consolas"/>
                <a:cs typeface="Consolas"/>
                <a:sym typeface="Consolas"/>
              </a:rPr>
              <a:t>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61"/>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rPr>
              <a:t>preprocessing</a:t>
            </a:r>
            <a:endParaRPr>
              <a:solidFill>
                <a:srgbClr val="FFFFFF"/>
              </a:solidFill>
            </a:endParaRPr>
          </a:p>
          <a:p>
            <a:pPr indent="0" lvl="0" marL="0" rtl="0" algn="l">
              <a:spcBef>
                <a:spcPts val="1600"/>
              </a:spcBef>
              <a:spcAft>
                <a:spcPts val="0"/>
              </a:spcAft>
              <a:buNone/>
            </a:pPr>
            <a:r>
              <a:rPr lang="en">
                <a:solidFill>
                  <a:srgbClr val="000000"/>
                </a:solidFill>
                <a:highlight>
                  <a:schemeClr val="dk1"/>
                </a:highlight>
              </a:rPr>
              <a:t>compiling</a:t>
            </a:r>
            <a:endParaRPr>
              <a:solidFill>
                <a:srgbClr val="000000"/>
              </a:solidFill>
              <a:highlight>
                <a:schemeClr val="dk1"/>
              </a:highlight>
            </a:endParaRPr>
          </a:p>
          <a:p>
            <a:pPr indent="0" lvl="0" marL="0" rtl="0" algn="l">
              <a:spcBef>
                <a:spcPts val="1600"/>
              </a:spcBef>
              <a:spcAft>
                <a:spcPts val="0"/>
              </a:spcAft>
              <a:buNone/>
            </a:pPr>
            <a:r>
              <a:rPr lang="en">
                <a:solidFill>
                  <a:srgbClr val="FFFFFF"/>
                </a:solidFill>
              </a:rPr>
              <a:t>assembling</a:t>
            </a:r>
            <a:endParaRPr>
              <a:solidFill>
                <a:srgbClr val="FFFFFF"/>
              </a:solidFill>
            </a:endParaRPr>
          </a:p>
          <a:p>
            <a:pPr indent="0" lvl="0" marL="0" rtl="0" algn="l">
              <a:spcBef>
                <a:spcPts val="1600"/>
              </a:spcBef>
              <a:spcAft>
                <a:spcPts val="1600"/>
              </a:spcAft>
              <a:buNone/>
            </a:pPr>
            <a:r>
              <a:rPr lang="en">
                <a:solidFill>
                  <a:srgbClr val="FFFFFF"/>
                </a:solidFill>
              </a:rPr>
              <a:t>linking</a:t>
            </a:r>
            <a:endParaRPr>
              <a:solidFill>
                <a:srgbClr val="FFFFF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62"/>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string get_string(string prompt);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printf(string format,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chemeClr val="dk1"/>
                </a:solidFill>
                <a:latin typeface="Consolas"/>
                <a:ea typeface="Consolas"/>
                <a:cs typeface="Consolas"/>
                <a:sym typeface="Consolas"/>
              </a:rPr>
              <a:t>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63"/>
          <p:cNvSpPr txBox="1"/>
          <p:nvPr>
            <p:ph idx="1" type="body"/>
          </p:nvPr>
        </p:nvSpPr>
        <p:spPr>
          <a:xfrm>
            <a:off x="199000" y="56150"/>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main:                                   # @main</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.cfi_startproc</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BB#0: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pushq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.cfi_def_cfa_offset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.Ltmp1:</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.cfi_offset %rbp,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%rsp,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.Ltmp2:</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.cfi_def_cfa_register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subq    $16, %rsp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xorl    %eax, %eax</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movl    %eax, %edi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movabsq    $.L.str,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movb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callq    get_string</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movabsq    $.L.str.1, %rdi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%rax, -8(%rbp)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-8(%rbp),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movb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callq    printf</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64"/>
          <p:cNvSpPr txBox="1"/>
          <p:nvPr>
            <p:ph idx="1" type="body"/>
          </p:nvPr>
        </p:nvSpPr>
        <p:spPr>
          <a:xfrm>
            <a:off x="199000" y="56150"/>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000000"/>
                </a:solidFill>
                <a:highlight>
                  <a:schemeClr val="dk1"/>
                </a:highlight>
                <a:latin typeface="Consolas"/>
                <a:ea typeface="Consolas"/>
                <a:cs typeface="Consolas"/>
                <a:sym typeface="Consolas"/>
              </a:rPr>
              <a:t>main</a:t>
            </a:r>
            <a:r>
              <a:rPr lang="en" sz="1300">
                <a:solidFill>
                  <a:srgbClr val="FFFFFF"/>
                </a:solidFill>
                <a:latin typeface="Consolas"/>
                <a:ea typeface="Consolas"/>
                <a:cs typeface="Consolas"/>
                <a:sym typeface="Consolas"/>
              </a:rPr>
              <a:t>:                                   # @main</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.cfi_startproc</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BB#0: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pushq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.cfi_def_cfa_offset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.Ltmp1:</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.cfi_offset %rbp,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%rsp,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.Ltmp2:</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.cfi_def_cfa_register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subq    $16, %rsp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xorl    %eax, %eax</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movl    %eax, %edi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movabsq    $.L.str,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movb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callq    </a:t>
            </a:r>
            <a:r>
              <a:rPr lang="en" sz="1300">
                <a:solidFill>
                  <a:srgbClr val="000000"/>
                </a:solidFill>
                <a:highlight>
                  <a:schemeClr val="dk1"/>
                </a:highlight>
                <a:latin typeface="Consolas"/>
                <a:ea typeface="Consolas"/>
                <a:cs typeface="Consolas"/>
                <a:sym typeface="Consolas"/>
              </a:rPr>
              <a:t>get_string</a:t>
            </a:r>
            <a:endParaRPr sz="1300">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movabsq    $.L.str.1, %rdi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%rax, -8(%rbp)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-8(%rbp),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movb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callq    </a:t>
            </a:r>
            <a:r>
              <a:rPr lang="en" sz="1300">
                <a:solidFill>
                  <a:srgbClr val="000000"/>
                </a:solidFill>
                <a:highlight>
                  <a:schemeClr val="dk1"/>
                </a:highlight>
                <a:latin typeface="Consolas"/>
                <a:ea typeface="Consolas"/>
                <a:cs typeface="Consolas"/>
                <a:sym typeface="Consolas"/>
              </a:rPr>
              <a:t>printf</a:t>
            </a:r>
            <a:endParaRPr sz="1300">
              <a:solidFill>
                <a:srgbClr val="000000"/>
              </a:solidFill>
              <a:highlight>
                <a:schemeClr val="dk1"/>
              </a:highlight>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5"/>
          <p:cNvSpPr txBox="1"/>
          <p:nvPr>
            <p:ph idx="1" type="body"/>
          </p:nvPr>
        </p:nvSpPr>
        <p:spPr>
          <a:xfrm>
            <a:off x="199000" y="56150"/>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main:                                   # @main</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.cfi_startproc</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BB#0: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pushq</a:t>
            </a:r>
            <a:r>
              <a:rPr lang="en" sz="1300">
                <a:solidFill>
                  <a:srgbClr val="FFFFFF"/>
                </a:solidFill>
                <a:latin typeface="Consolas"/>
                <a:ea typeface="Consolas"/>
                <a:cs typeface="Consolas"/>
                <a:sym typeface="Consolas"/>
              </a:rPr>
              <a:t>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.cfi_def_cfa_offset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.Ltmp1:</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.cfi_offset %rbp,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movq</a:t>
            </a:r>
            <a:r>
              <a:rPr lang="en" sz="1300">
                <a:solidFill>
                  <a:srgbClr val="FFFFFF"/>
                </a:solidFill>
                <a:latin typeface="Consolas"/>
                <a:ea typeface="Consolas"/>
                <a:cs typeface="Consolas"/>
                <a:sym typeface="Consolas"/>
              </a:rPr>
              <a:t>    %rsp,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.Ltmp2:</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.cfi_def_cfa_register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subq</a:t>
            </a:r>
            <a:r>
              <a:rPr lang="en" sz="1300">
                <a:solidFill>
                  <a:srgbClr val="FFFFFF"/>
                </a:solidFill>
                <a:latin typeface="Consolas"/>
                <a:ea typeface="Consolas"/>
                <a:cs typeface="Consolas"/>
                <a:sym typeface="Consolas"/>
              </a:rPr>
              <a:t>    $16, %rsp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xorl</a:t>
            </a:r>
            <a:r>
              <a:rPr lang="en" sz="1300">
                <a:solidFill>
                  <a:srgbClr val="FFFFFF"/>
                </a:solidFill>
                <a:latin typeface="Consolas"/>
                <a:ea typeface="Consolas"/>
                <a:cs typeface="Consolas"/>
                <a:sym typeface="Consolas"/>
              </a:rPr>
              <a:t>    %eax, %eax</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movl</a:t>
            </a:r>
            <a:r>
              <a:rPr lang="en" sz="1300">
                <a:solidFill>
                  <a:srgbClr val="FFFFFF"/>
                </a:solidFill>
                <a:latin typeface="Consolas"/>
                <a:ea typeface="Consolas"/>
                <a:cs typeface="Consolas"/>
                <a:sym typeface="Consolas"/>
              </a:rPr>
              <a:t>    %eax, %edi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movabsq</a:t>
            </a:r>
            <a:r>
              <a:rPr lang="en" sz="1300">
                <a:solidFill>
                  <a:srgbClr val="FFFFFF"/>
                </a:solidFill>
                <a:latin typeface="Consolas"/>
                <a:ea typeface="Consolas"/>
                <a:cs typeface="Consolas"/>
                <a:sym typeface="Consolas"/>
              </a:rPr>
              <a:t>    $.L.str,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movb</a:t>
            </a:r>
            <a:r>
              <a:rPr lang="en" sz="1300">
                <a:solidFill>
                  <a:srgbClr val="FFFFFF"/>
                </a:solidFill>
                <a:latin typeface="Consolas"/>
                <a:ea typeface="Consolas"/>
                <a:cs typeface="Consolas"/>
                <a:sym typeface="Consolas"/>
              </a:rPr>
              <a:t>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callq</a:t>
            </a:r>
            <a:r>
              <a:rPr lang="en" sz="1300">
                <a:solidFill>
                  <a:srgbClr val="FFFFFF"/>
                </a:solidFill>
                <a:latin typeface="Consolas"/>
                <a:ea typeface="Consolas"/>
                <a:cs typeface="Consolas"/>
                <a:sym typeface="Consolas"/>
              </a:rPr>
              <a:t>    get_string</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movabsq</a:t>
            </a:r>
            <a:r>
              <a:rPr lang="en" sz="1300">
                <a:solidFill>
                  <a:srgbClr val="FFFFFF"/>
                </a:solidFill>
                <a:latin typeface="Consolas"/>
                <a:ea typeface="Consolas"/>
                <a:cs typeface="Consolas"/>
                <a:sym typeface="Consolas"/>
              </a:rPr>
              <a:t>    $.L.str.1, %rdi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movq</a:t>
            </a:r>
            <a:r>
              <a:rPr lang="en" sz="1300">
                <a:solidFill>
                  <a:srgbClr val="FFFFFF"/>
                </a:solidFill>
                <a:latin typeface="Consolas"/>
                <a:ea typeface="Consolas"/>
                <a:cs typeface="Consolas"/>
                <a:sym typeface="Consolas"/>
              </a:rPr>
              <a:t>    %rax, -8(%rbp)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movq</a:t>
            </a:r>
            <a:r>
              <a:rPr lang="en" sz="1300">
                <a:solidFill>
                  <a:srgbClr val="FFFFFF"/>
                </a:solidFill>
                <a:latin typeface="Consolas"/>
                <a:ea typeface="Consolas"/>
                <a:cs typeface="Consolas"/>
                <a:sym typeface="Consolas"/>
              </a:rPr>
              <a:t>    -8(%rbp),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movb</a:t>
            </a:r>
            <a:r>
              <a:rPr lang="en" sz="1300">
                <a:solidFill>
                  <a:srgbClr val="FFFFFF"/>
                </a:solidFill>
                <a:latin typeface="Consolas"/>
                <a:ea typeface="Consolas"/>
                <a:cs typeface="Consolas"/>
                <a:sym typeface="Consolas"/>
              </a:rPr>
              <a:t>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r>
              <a:rPr lang="en" sz="1300">
                <a:solidFill>
                  <a:srgbClr val="000000"/>
                </a:solidFill>
                <a:highlight>
                  <a:schemeClr val="dk1"/>
                </a:highlight>
                <a:latin typeface="Consolas"/>
                <a:ea typeface="Consolas"/>
                <a:cs typeface="Consolas"/>
                <a:sym typeface="Consolas"/>
              </a:rPr>
              <a:t>callq</a:t>
            </a:r>
            <a:r>
              <a:rPr lang="en" sz="1300">
                <a:solidFill>
                  <a:srgbClr val="FFFFFF"/>
                </a:solidFill>
                <a:latin typeface="Consolas"/>
                <a:ea typeface="Consolas"/>
                <a:cs typeface="Consolas"/>
                <a:sym typeface="Consolas"/>
              </a:rPr>
              <a:t>    printf</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6"/>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rPr>
              <a:t>preprocessing</a:t>
            </a:r>
            <a:endParaRPr>
              <a:solidFill>
                <a:srgbClr val="FFFFFF"/>
              </a:solidFill>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rPr lang="en">
                <a:solidFill>
                  <a:srgbClr val="000000"/>
                </a:solidFill>
                <a:highlight>
                  <a:schemeClr val="dk1"/>
                </a:highlight>
              </a:rPr>
              <a:t>assembling</a:t>
            </a:r>
            <a:endParaRPr>
              <a:solidFill>
                <a:srgbClr val="000000"/>
              </a:solidFill>
              <a:highlight>
                <a:schemeClr val="dk1"/>
              </a:highlight>
            </a:endParaRPr>
          </a:p>
          <a:p>
            <a:pPr indent="0" lvl="0" marL="0" rtl="0" algn="l">
              <a:spcBef>
                <a:spcPts val="1600"/>
              </a:spcBef>
              <a:spcAft>
                <a:spcPts val="1600"/>
              </a:spcAft>
              <a:buNone/>
            </a:pPr>
            <a:r>
              <a:rPr lang="en">
                <a:solidFill>
                  <a:srgbClr val="FFFFFF"/>
                </a:solidFill>
              </a:rPr>
              <a:t>linking</a:t>
            </a:r>
            <a:endParaRPr>
              <a:solidFill>
                <a:srgbClr val="FFFF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7"/>
          <p:cNvSpPr txBox="1"/>
          <p:nvPr>
            <p:ph idx="1" type="body"/>
          </p:nvPr>
        </p:nvSpPr>
        <p:spPr>
          <a:xfrm>
            <a:off x="199000" y="56150"/>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main:                                   # @main</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.cfi_startproc</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BB#0: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pushq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.Ltmp0:</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.cfi_def_cfa_offset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.Ltmp1:</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.cfi_offset %rbp, -16</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%rsp,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.Ltmp2:</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.cfi_def_cfa_register %rbp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subq    $16, %rsp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xorl    %eax, %eax</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movl    %eax, %edi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movabsq    $.L.str,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movb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callq    get_string</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movabsq    $.L.str.1, %rdi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%rax, -8(%rbp)</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movq    -8(%rbp), %rsi</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movb    $0, %al</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callq    printf</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sz="1300">
                <a:solidFill>
                  <a:srgbClr val="FFFFFF"/>
                </a:solidFill>
                <a:latin typeface="Consolas"/>
                <a:ea typeface="Consolas"/>
                <a:cs typeface="Consolas"/>
                <a:sym typeface="Consolas"/>
              </a:rPr>
              <a:t>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300">
              <a:solidFill>
                <a:srgbClr val="FFFFFF"/>
              </a:solidFill>
              <a:latin typeface="Consolas"/>
              <a:ea typeface="Consolas"/>
              <a:cs typeface="Consolas"/>
              <a:sym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68"/>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00000010000000010000000100000000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00000001000000000011111000000000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10100000000000100000000000000000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00000000000000000100000000000000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00001010000000000000000100000000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01010101010010001000100111100101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01001000100000111110110000010000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00110001110000001000100111000111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01001000101111100000000000000000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00000000000000001011000000000000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11101000000000000000000000000000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00000000010010001011111100000000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00000000000000000000000001001000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6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rPr>
              <a:t>preprocessing</a:t>
            </a:r>
            <a:endParaRPr>
              <a:solidFill>
                <a:srgbClr val="FFFFFF"/>
              </a:solidFill>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rPr lang="en">
                <a:solidFill>
                  <a:srgbClr val="FFFFFF"/>
                </a:solidFill>
              </a:rPr>
              <a:t>assembling</a:t>
            </a:r>
            <a:endParaRPr>
              <a:solidFill>
                <a:srgbClr val="FFFFFF"/>
              </a:solidFill>
            </a:endParaRPr>
          </a:p>
          <a:p>
            <a:pPr indent="0" lvl="0" marL="0" rtl="0" algn="l">
              <a:spcBef>
                <a:spcPts val="1600"/>
              </a:spcBef>
              <a:spcAft>
                <a:spcPts val="1600"/>
              </a:spcAft>
              <a:buNone/>
            </a:pPr>
            <a:r>
              <a:rPr lang="en">
                <a:solidFill>
                  <a:srgbClr val="000000"/>
                </a:solidFill>
                <a:highlight>
                  <a:schemeClr val="dk1"/>
                </a:highlight>
              </a:rPr>
              <a:t>linking</a:t>
            </a:r>
            <a:endParaRPr>
              <a:solidFill>
                <a:srgbClr val="000000"/>
              </a:solidFill>
              <a:highlight>
                <a:schemeClr val="dk1"/>
              </a:highligh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70"/>
          <p:cNvSpPr txBox="1"/>
          <p:nvPr>
            <p:ph idx="1" type="body"/>
          </p:nvPr>
        </p:nvSpPr>
        <p:spPr>
          <a:xfrm>
            <a:off x="199000" y="230325"/>
            <a:ext cx="8520600" cy="46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&lt;cs50.h&gt;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string name = get_string("What's your name?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printf("hello, %s\n", name);</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71"/>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hello.c</a:t>
            </a:r>
            <a:endParaRPr>
              <a:solidFill>
                <a:srgbClr val="FFFFFF"/>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72"/>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hello.c</a:t>
            </a:r>
            <a:endParaRPr>
              <a:solidFill>
                <a:srgbClr val="FFFFFF"/>
              </a:solidFill>
              <a:latin typeface="Consolas"/>
              <a:ea typeface="Consolas"/>
              <a:cs typeface="Consolas"/>
              <a:sym typeface="Consolas"/>
            </a:endParaRPr>
          </a:p>
        </p:txBody>
      </p:sp>
      <p:sp>
        <p:nvSpPr>
          <p:cNvPr id="351" name="Google Shape;351;p72"/>
          <p:cNvSpPr txBox="1"/>
          <p:nvPr>
            <p:ph idx="1" type="body"/>
          </p:nvPr>
        </p:nvSpPr>
        <p:spPr>
          <a:xfrm>
            <a:off x="31179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cs50.c</a:t>
            </a:r>
            <a:endParaRPr>
              <a:solidFill>
                <a:srgbClr val="FFFFFF"/>
              </a:solidFill>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73"/>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hello.c</a:t>
            </a:r>
            <a:endParaRPr>
              <a:solidFill>
                <a:srgbClr val="FFFFFF"/>
              </a:solidFill>
              <a:latin typeface="Consolas"/>
              <a:ea typeface="Consolas"/>
              <a:cs typeface="Consolas"/>
              <a:sym typeface="Consolas"/>
            </a:endParaRPr>
          </a:p>
        </p:txBody>
      </p:sp>
      <p:sp>
        <p:nvSpPr>
          <p:cNvPr id="357" name="Google Shape;357;p73"/>
          <p:cNvSpPr txBox="1"/>
          <p:nvPr>
            <p:ph idx="1" type="body"/>
          </p:nvPr>
        </p:nvSpPr>
        <p:spPr>
          <a:xfrm>
            <a:off x="31179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cs50.c</a:t>
            </a:r>
            <a:endParaRPr>
              <a:solidFill>
                <a:srgbClr val="FFFFFF"/>
              </a:solidFill>
              <a:latin typeface="Consolas"/>
              <a:ea typeface="Consolas"/>
              <a:cs typeface="Consolas"/>
              <a:sym typeface="Consolas"/>
            </a:endParaRPr>
          </a:p>
        </p:txBody>
      </p:sp>
      <p:sp>
        <p:nvSpPr>
          <p:cNvPr id="358" name="Google Shape;358;p73"/>
          <p:cNvSpPr txBox="1"/>
          <p:nvPr>
            <p:ph idx="1" type="body"/>
          </p:nvPr>
        </p:nvSpPr>
        <p:spPr>
          <a:xfrm>
            <a:off x="60368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stdio.c</a:t>
            </a:r>
            <a:endParaRPr>
              <a:solidFill>
                <a:srgbClr val="FFFFFF"/>
              </a:solidFill>
              <a:latin typeface="Consolas"/>
              <a:ea typeface="Consolas"/>
              <a:cs typeface="Consolas"/>
              <a:sym typeface="Consola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4"/>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00000010000000010000000100000000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00000001000000000011111000000000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10100000000000100000000000000000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00000000000000000100000000000000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00001010000000000000000100000000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01010101010010001000100111100101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01001000100000111110110000010000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00110001110000001000100111000111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01001000101111100000000000000000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00000000000000001011000000000000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11101000000000000000000000000000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00000000010010001011111100000000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00000000000000000000000001001000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
        <p:nvSpPr>
          <p:cNvPr id="364" name="Google Shape;364;p74"/>
          <p:cNvSpPr txBox="1"/>
          <p:nvPr>
            <p:ph idx="1" type="body"/>
          </p:nvPr>
        </p:nvSpPr>
        <p:spPr>
          <a:xfrm>
            <a:off x="31179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cs50.c</a:t>
            </a:r>
            <a:endParaRPr>
              <a:solidFill>
                <a:srgbClr val="FFFFFF"/>
              </a:solidFill>
              <a:latin typeface="Consolas"/>
              <a:ea typeface="Consolas"/>
              <a:cs typeface="Consolas"/>
              <a:sym typeface="Consolas"/>
            </a:endParaRPr>
          </a:p>
        </p:txBody>
      </p:sp>
      <p:sp>
        <p:nvSpPr>
          <p:cNvPr id="365" name="Google Shape;365;p74"/>
          <p:cNvSpPr txBox="1"/>
          <p:nvPr>
            <p:ph idx="1" type="body"/>
          </p:nvPr>
        </p:nvSpPr>
        <p:spPr>
          <a:xfrm>
            <a:off x="60368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stdio</a:t>
            </a: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5"/>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00000010000000010000000100000000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00000001000000000011111000000000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10100000000000100000000000000000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00000000000000000100000000000000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00001010000000000000000100000000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01010101010010001000100111100101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01001000100000111110110000010000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00110001110000001000100111000111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01001000101111100000000000000000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00000000000000001011000000000000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11101000000000000000000000000000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00000000010010001011111100000000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00000000000000000000000001001000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
        <p:nvSpPr>
          <p:cNvPr id="371" name="Google Shape;371;p75"/>
          <p:cNvSpPr txBox="1"/>
          <p:nvPr>
            <p:ph idx="1" type="body"/>
          </p:nvPr>
        </p:nvSpPr>
        <p:spPr>
          <a:xfrm>
            <a:off x="31179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00000010000000010000000100000000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00000011000000000011111000000000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11000000000011110000000000000000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00101000001100100000000000000000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01000000000000000011100000000000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00000111000000000100000000000000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00011100000000000001100100000000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00000101000000000000000000000000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01011100001001010000000000000000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
        <p:nvSpPr>
          <p:cNvPr id="372" name="Google Shape;372;p75"/>
          <p:cNvSpPr txBox="1"/>
          <p:nvPr>
            <p:ph idx="1" type="body"/>
          </p:nvPr>
        </p:nvSpPr>
        <p:spPr>
          <a:xfrm>
            <a:off x="60368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stdio</a:t>
            </a: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76"/>
          <p:cNvSpPr txBox="1"/>
          <p:nvPr>
            <p:ph idx="1" type="body"/>
          </p:nvPr>
        </p:nvSpPr>
        <p:spPr>
          <a:xfrm>
            <a:off x="1990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00000010000000010000000100000000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00000001000000000011111000000000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10100000000000100000000000000000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00000000000000000100000000000000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00001010000000000000000100000000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01010101010010001000100111100101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01001000100000111110110000010000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00110001110000001000100111000111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01001000101111100000000000000000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00000000000000001011000000000000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11101000000000000000000000000000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00000000010010001011111100000000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00000000000000000000000001001000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
        <p:nvSpPr>
          <p:cNvPr id="378" name="Google Shape;378;p76"/>
          <p:cNvSpPr txBox="1"/>
          <p:nvPr>
            <p:ph idx="1" type="body"/>
          </p:nvPr>
        </p:nvSpPr>
        <p:spPr>
          <a:xfrm>
            <a:off x="31179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00000010000000010000000100000000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00000011000000000011111000000000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11000000000011110000000000000000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00101000001100100000000000000000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01000000000000000011100000000000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00000111000000000100000000000000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00011100000000000001100100000000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00000101000000000000000000000000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01011100001001010000000000000000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00000000000000000000000000000000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
        <p:nvSpPr>
          <p:cNvPr id="379" name="Google Shape;379;p76"/>
          <p:cNvSpPr txBox="1"/>
          <p:nvPr>
            <p:ph idx="1" type="body"/>
          </p:nvPr>
        </p:nvSpPr>
        <p:spPr>
          <a:xfrm>
            <a:off x="6036800" y="56150"/>
            <a:ext cx="29082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00101111011011000110100101100010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01100011001011100111001101101111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00101110001101100010000000101111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01110101011100110111001000101111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01101100011010010110001000101111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01111000001110000011011001011111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00110110001101000010110101101100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01101001011011100111010101111000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00101101011001110110111001110101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00101111011011000110100101100010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01100011010111110110111001101111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01101110011100110110100001100001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01110010011001010110010000101110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01100001001000000010000001000001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01010011010111110100111001000101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01000101010001000100010101000100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00100000001010000010000000101111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01101100011010010110001000101111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01111000001110000011011001011111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00110110001101000010110101101100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01101001011011100111010101111000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00101101011001110110111001110101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00101111011011000110010000101101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01101100011010010110111001110101</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01111000001011010111100000111000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00110110001011010011011000110100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7"/>
          <p:cNvSpPr txBox="1"/>
          <p:nvPr>
            <p:ph idx="1" type="body"/>
          </p:nvPr>
        </p:nvSpPr>
        <p:spPr>
          <a:xfrm>
            <a:off x="199000" y="56150"/>
            <a:ext cx="87465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00000010000000010000000100000000000000000000000000000000000000000000000000000000000000000000000000000001000000000011111000000000000000010000000000000000000000000000000000000000000000000000000000000000000000000000000000000000000000000000000000000000000000000000000000000000000000000000000010100000000000100000000000000000000000000000000000000000000000000000000000000000000000000000000001000000000000000000000000000000000000000000000001000000000000000000101000000000000000010000000001010101010010001000100111100101010010001000001111101100000100000011000111000000100010011100011101001000101111100000000000000000000000000000000000000000000000000000000000000000101100000000000011101000000000000000000000000000000000000100100010111111000000000000000000000000000000000000000000000000000000000000000001001000...0111111101000101010011000100011000000010000000010000000100000000000000000000000000000000000000000000000000000000000000000000000000000011000000000011111000000000000000010000000000000000000000001100000000001111000000000000000000000000000000000000000000000000010000000000000000000000000000000000000000000000000000000000000000101000001100100000000000000000000000000000000000000000000000000000000000000000000000000000000001000000000000000011100000000000000001110000000001000000000000000001110000000000000110010000000000000001000000000000000000000000000001010000000000000000000000000000000000000000000000000000000000000000000000000000000000000000000000000000000000000000000000000000000000000000000000000000000000000000000000000000000000000000000000000000000000000000000000000101110000100101000000000000000000000000000000000000000000000000...00101111011011000110100101100010011000110010111001110011011011110010111000110110001000000010111101110101011100110111001000101111011011000110100101100010001011110111100000111000001101100101111100110110001101000010110101101100011010010110111001110101011110000010110101100111011011100111010100101111011011000110100101100010011000110101111101101110011011110110111001110011011010000110000101110010011001010110010000101110011000010010000000100000010000010101001101011111010011100100010101000101010001000100010101000100001000000010100000100000001011110110110001101001011000100010111101111000001110000011011001011111001101100011010000101101011011000110100101101110011101010111100000101101011001110110111001110101001011110110110001100100001011010110110001101001011011100111010101111000001011010111100000111000001101100010110100110110001101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8"/>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rPr>
              <a:t>preprocessing</a:t>
            </a:r>
            <a:endParaRPr>
              <a:solidFill>
                <a:srgbClr val="FFFFFF"/>
              </a:solidFill>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rPr lang="en">
                <a:solidFill>
                  <a:srgbClr val="FFFFFF"/>
                </a:solidFill>
              </a:rPr>
              <a:t>assembling</a:t>
            </a:r>
            <a:endParaRPr>
              <a:solidFill>
                <a:srgbClr val="FFFFFF"/>
              </a:solidFill>
            </a:endParaRPr>
          </a:p>
          <a:p>
            <a:pPr indent="0" lvl="0" marL="0" rtl="0" algn="l">
              <a:spcBef>
                <a:spcPts val="1600"/>
              </a:spcBef>
              <a:spcAft>
                <a:spcPts val="1600"/>
              </a:spcAft>
              <a:buNone/>
            </a:pPr>
            <a:r>
              <a:rPr lang="en">
                <a:solidFill>
                  <a:srgbClr val="FFFFFF"/>
                </a:solidFill>
              </a:rPr>
              <a:t>linking</a:t>
            </a:r>
            <a:endParaRPr>
              <a:solidFill>
                <a:srgbClr val="FFFFFF"/>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7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a:p>
            <a:pPr indent="0" lvl="0" marL="0" rtl="0" algn="l">
              <a:spcBef>
                <a:spcPts val="1600"/>
              </a:spcBef>
              <a:spcAft>
                <a:spcPts val="0"/>
              </a:spcAft>
              <a:buNone/>
            </a:pPr>
            <a:r>
              <a:rPr lang="en">
                <a:solidFill>
                  <a:srgbClr val="FFFFFF"/>
                </a:solidFill>
              </a:rPr>
              <a:t>compiling</a:t>
            </a:r>
            <a:endParaRPr>
              <a:solidFill>
                <a:srgbClr val="FFFFFF"/>
              </a:solidFill>
            </a:endParaRPr>
          </a:p>
          <a:p>
            <a:pPr indent="0" lvl="0" marL="0" rtl="0" algn="l">
              <a:spcBef>
                <a:spcPts val="1600"/>
              </a:spcBef>
              <a:spcAft>
                <a:spcPts val="0"/>
              </a:spcAft>
              <a:buNone/>
            </a:pPr>
            <a:r>
              <a:t/>
            </a:r>
            <a:endParaRPr>
              <a:solidFill>
                <a:srgbClr val="FFFFFF"/>
              </a:solidFill>
            </a:endParaRPr>
          </a:p>
          <a:p>
            <a:pPr indent="0" lvl="0" marL="0" rtl="0" algn="l">
              <a:spcBef>
                <a:spcPts val="1600"/>
              </a:spcBef>
              <a:spcAft>
                <a:spcPts val="1600"/>
              </a:spcAft>
              <a:buNone/>
            </a:pPr>
            <a:r>
              <a:t/>
            </a:r>
            <a:endParaRPr>
              <a:solidFill>
                <a:srgbClr val="FFFFFF"/>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8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a:p>
            <a:pPr indent="0" lvl="0" marL="0" rtl="0" algn="l">
              <a:spcBef>
                <a:spcPts val="1600"/>
              </a:spcBef>
              <a:spcAft>
                <a:spcPts val="0"/>
              </a:spcAft>
              <a:buNone/>
            </a:pPr>
            <a:r>
              <a:rPr lang="en">
                <a:solidFill>
                  <a:srgbClr val="FFFFFF"/>
                </a:solidFill>
              </a:rPr>
              <a:t>decompiling</a:t>
            </a:r>
            <a:endParaRPr>
              <a:solidFill>
                <a:srgbClr val="FFFFFF"/>
              </a:solidFill>
            </a:endParaRPr>
          </a:p>
          <a:p>
            <a:pPr indent="0" lvl="0" marL="0" rtl="0" algn="l">
              <a:spcBef>
                <a:spcPts val="1600"/>
              </a:spcBef>
              <a:spcAft>
                <a:spcPts val="0"/>
              </a:spcAft>
              <a:buNone/>
            </a:pPr>
            <a:r>
              <a:t/>
            </a:r>
            <a:endParaRPr>
              <a:solidFill>
                <a:srgbClr val="FFFFFF"/>
              </a:solidFill>
            </a:endParaRPr>
          </a:p>
          <a:p>
            <a:pPr indent="0" lvl="0" marL="0" rtl="0" algn="l">
              <a:spcBef>
                <a:spcPts val="1600"/>
              </a:spcBef>
              <a:spcAft>
                <a:spcPts val="1600"/>
              </a:spcAft>
              <a:buNone/>
            </a:pPr>
            <a:r>
              <a:t/>
            </a:r>
            <a:endParaRPr>
              <a:solidFill>
                <a:srgbClr val="FFFFF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8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reverse engineering</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82"/>
          <p:cNvSpPr txBox="1"/>
          <p:nvPr>
            <p:ph idx="1" type="body"/>
          </p:nvPr>
        </p:nvSpPr>
        <p:spPr>
          <a:xfrm>
            <a:off x="199000" y="56150"/>
            <a:ext cx="8746500" cy="49986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200">
                <a:solidFill>
                  <a:schemeClr val="dk1"/>
                </a:solidFill>
                <a:latin typeface="Consolas"/>
                <a:ea typeface="Consolas"/>
                <a:cs typeface="Consolas"/>
                <a:sym typeface="Consolas"/>
              </a:rPr>
              <a:t>0111111101000101010011000100011000000010000000010000000100000000000000000000000000000000000000000000000000000000000000000000000000000001000000000011111000000000000000010000000000000000000000000000000000000000000000000000000000000000000000000000000000000000000000000000000000000000000000000000000000000000000000000000000010100000000000100000000000000000000000000000000000000000000000000000000000000000000000000000000001000000000000000000000000000000000000000000000001000000000000000000101000000000000000010000000001010101010010001000100111100101010010001000001111101100000100000011000111000000100010011100011101001000101111100000000000000000000000000000000000000000000000000000000000000000101100000000000011101000000000000000000000000000000000000100100010111111000000000000000000000000000000000000000000000000000000000000000001001000...0111111101000101010011000100011000000010000000010000000100000000000000000000000000000000000000000000000000000000000000000000000000000011000000000011111000000000000000010000000000000000000000001100000000001111000000000000000000000000000000000000000000000000010000000000000000000000000000000000000000000000000000000000000000101000001100100000000000000000000000000000000000000000000000000000000000000000000000000000000001000000000000000011100000000000000001110000000001000000000000000001110000000000000110010000000000000001000000000000000000000000000001010000000000000000000000000000000000000000000000000000000000000000000000000000000000000000000000000000000000000000000000000000000000000000000000000000000000000000000000000000000000000000000000000000000000000000000000000101110000100101000000000000000000000000000000000000000000000000...0010111101101100011010010110001001100011001011100111001101101111001011100011011000100000001011110111010101110011011100100010111101101100011010010110001000101111011110000011100000110110010111110011011000110100001011010110110001101001011011100111010101111000001011010110011101101110011101010010111101101100011010010110001001100011010111110110111001101111011011100111001101101000011000010111001001100101011001000010111001100001001000000010000001000001010100110101111101001110010001010100010101000100010001010100010000100000001010000010000000101111011011000110100101100010001011110111100000111000001101100101111100110110001101000010110101101100011010010110111001110101011110000010110101100111011011100111010100101111011011000110010000101101011011000110100101101110011101010111100000101101011110000011100000110110001011010011011000110100...</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200">
              <a:solidFill>
                <a:schemeClr val="dk1"/>
              </a:solidFill>
              <a:latin typeface="Consolas"/>
              <a:ea typeface="Consolas"/>
              <a:cs typeface="Consolas"/>
              <a:sym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83"/>
          <p:cNvPicPr preferRelativeResize="0"/>
          <p:nvPr/>
        </p:nvPicPr>
        <p:blipFill>
          <a:blip r:embed="rId3">
            <a:alphaModFix/>
          </a:blip>
          <a:stretch>
            <a:fillRect/>
          </a:stretch>
        </p:blipFill>
        <p:spPr>
          <a:xfrm>
            <a:off x="3740150" y="1809750"/>
            <a:ext cx="1524000" cy="15240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8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types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85"/>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bool</a:t>
            </a:r>
            <a:endParaRPr>
              <a:solidFill>
                <a:srgbClr val="666666"/>
              </a:solidFill>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double</a:t>
            </a:r>
            <a:endParaRPr>
              <a:solidFill>
                <a:srgbClr val="666666"/>
              </a:solidFill>
            </a:endParaRPr>
          </a:p>
          <a:p>
            <a:pPr indent="0" lvl="0" marL="0" rtl="0" algn="l">
              <a:spcBef>
                <a:spcPts val="1600"/>
              </a:spcBef>
              <a:spcAft>
                <a:spcPts val="0"/>
              </a:spcAft>
              <a:buNone/>
            </a:pPr>
            <a:r>
              <a:rPr lang="en">
                <a:solidFill>
                  <a:schemeClr val="dk1"/>
                </a:solidFill>
                <a:latin typeface="Consolas"/>
                <a:ea typeface="Consolas"/>
                <a:cs typeface="Consolas"/>
                <a:sym typeface="Consolas"/>
              </a:rPr>
              <a:t>char</a:t>
            </a:r>
            <a:endParaRPr>
              <a:solidFill>
                <a:srgbClr val="666666"/>
              </a:solidFill>
            </a:endParaRPr>
          </a:p>
          <a:p>
            <a:pPr indent="0" lvl="0" marL="0" rtl="0" algn="l">
              <a:spcBef>
                <a:spcPts val="1600"/>
              </a:spcBef>
              <a:spcAft>
                <a:spcPts val="0"/>
              </a:spcAft>
              <a:buNone/>
            </a:pPr>
            <a:r>
              <a:rPr lang="en">
                <a:solidFill>
                  <a:schemeClr val="dk1"/>
                </a:solidFill>
                <a:latin typeface="Consolas"/>
                <a:ea typeface="Consolas"/>
                <a:cs typeface="Consolas"/>
                <a:sym typeface="Consolas"/>
              </a:rPr>
              <a:t>string</a:t>
            </a:r>
            <a:endParaRPr>
              <a:solidFill>
                <a:srgbClr val="666666"/>
              </a:solidFill>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86"/>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bool   </a:t>
            </a:r>
            <a:r>
              <a:rPr lang="en">
                <a:solidFill>
                  <a:srgbClr val="666666"/>
                </a:solidFill>
              </a:rPr>
              <a:t>1 byte</a:t>
            </a:r>
            <a:endParaRPr>
              <a:solidFill>
                <a:srgbClr val="666666"/>
              </a:solidFill>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    </a:t>
            </a:r>
            <a:r>
              <a:rPr lang="en">
                <a:solidFill>
                  <a:srgbClr val="666666"/>
                </a:solidFill>
              </a:rPr>
              <a:t>4 bytes</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long   </a:t>
            </a:r>
            <a:r>
              <a:rPr lang="en">
                <a:solidFill>
                  <a:srgbClr val="666666"/>
                </a:solidFill>
              </a:rPr>
              <a:t>8 bytes</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float  </a:t>
            </a:r>
            <a:r>
              <a:rPr lang="en">
                <a:solidFill>
                  <a:srgbClr val="666666"/>
                </a:solidFill>
              </a:rPr>
              <a:t>4 bytes</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double </a:t>
            </a:r>
            <a:r>
              <a:rPr lang="en">
                <a:solidFill>
                  <a:srgbClr val="666666"/>
                </a:solidFill>
              </a:rPr>
              <a:t>8 bytes</a:t>
            </a:r>
            <a:endParaRPr>
              <a:solidFill>
                <a:srgbClr val="666666"/>
              </a:solidFill>
            </a:endParaRPr>
          </a:p>
          <a:p>
            <a:pPr indent="0" lvl="0" marL="0" rtl="0" algn="l">
              <a:spcBef>
                <a:spcPts val="1600"/>
              </a:spcBef>
              <a:spcAft>
                <a:spcPts val="0"/>
              </a:spcAft>
              <a:buNone/>
            </a:pPr>
            <a:r>
              <a:rPr lang="en">
                <a:solidFill>
                  <a:schemeClr val="dk1"/>
                </a:solidFill>
                <a:latin typeface="Consolas"/>
                <a:ea typeface="Consolas"/>
                <a:cs typeface="Consolas"/>
                <a:sym typeface="Consolas"/>
              </a:rPr>
              <a:t>char   </a:t>
            </a:r>
            <a:r>
              <a:rPr lang="en">
                <a:solidFill>
                  <a:srgbClr val="666666"/>
                </a:solidFill>
              </a:rPr>
              <a:t>1 byte</a:t>
            </a:r>
            <a:endParaRPr>
              <a:solidFill>
                <a:srgbClr val="666666"/>
              </a:solidFill>
            </a:endParaRPr>
          </a:p>
          <a:p>
            <a:pPr indent="0" lvl="0" marL="0" rtl="0" algn="l">
              <a:spcBef>
                <a:spcPts val="1600"/>
              </a:spcBef>
              <a:spcAft>
                <a:spcPts val="0"/>
              </a:spcAft>
              <a:buNone/>
            </a:pPr>
            <a:r>
              <a:rPr lang="en">
                <a:solidFill>
                  <a:schemeClr val="dk1"/>
                </a:solidFill>
                <a:latin typeface="Consolas"/>
                <a:ea typeface="Consolas"/>
                <a:cs typeface="Consolas"/>
                <a:sym typeface="Consolas"/>
              </a:rPr>
              <a:t>string </a:t>
            </a:r>
            <a:r>
              <a:rPr lang="en">
                <a:solidFill>
                  <a:srgbClr val="666666"/>
                </a:solidFill>
              </a:rPr>
              <a:t>? bytes</a:t>
            </a:r>
            <a:endParaRPr>
              <a:solidFill>
                <a:srgbClr val="666666"/>
              </a:solidFill>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a:t>
            </a:r>
            <a:endParaRPr>
              <a:solidFill>
                <a:srgbClr val="666666"/>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pic>
        <p:nvPicPr>
          <p:cNvPr id="434" name="Google Shape;434;p87"/>
          <p:cNvPicPr preferRelativeResize="0"/>
          <p:nvPr/>
        </p:nvPicPr>
        <p:blipFill>
          <a:blip r:embed="rId3">
            <a:alphaModFix/>
          </a:blip>
          <a:stretch>
            <a:fillRect/>
          </a:stretch>
        </p:blipFill>
        <p:spPr>
          <a:xfrm>
            <a:off x="152400" y="152400"/>
            <a:ext cx="8602134" cy="483870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8" name="Shape 438"/>
        <p:cNvGrpSpPr/>
        <p:nvPr/>
      </p:nvGrpSpPr>
      <p:grpSpPr>
        <a:xfrm>
          <a:off x="0" y="0"/>
          <a:ext cx="0" cy="0"/>
          <a:chOff x="0" y="0"/>
          <a:chExt cx="0" cy="0"/>
        </a:xfrm>
      </p:grpSpPr>
      <p:pic>
        <p:nvPicPr>
          <p:cNvPr id="439" name="Google Shape;439;p88"/>
          <p:cNvPicPr preferRelativeResize="0"/>
          <p:nvPr/>
        </p:nvPicPr>
        <p:blipFill>
          <a:blip r:embed="rId3">
            <a:alphaModFix/>
          </a:blip>
          <a:stretch>
            <a:fillRect/>
          </a:stretch>
        </p:blipFill>
        <p:spPr>
          <a:xfrm>
            <a:off x="152400" y="152400"/>
            <a:ext cx="8602134" cy="4838701"/>
          </a:xfrm>
          <a:prstGeom prst="rect">
            <a:avLst/>
          </a:prstGeom>
          <a:noFill/>
          <a:ln>
            <a:noFill/>
          </a:ln>
        </p:spPr>
      </p:pic>
      <p:sp>
        <p:nvSpPr>
          <p:cNvPr id="440" name="Google Shape;440;p88"/>
          <p:cNvSpPr/>
          <p:nvPr/>
        </p:nvSpPr>
        <p:spPr>
          <a:xfrm>
            <a:off x="4739725" y="1372870"/>
            <a:ext cx="1336200" cy="2163300"/>
          </a:xfrm>
          <a:prstGeom prst="ellipse">
            <a:avLst/>
          </a:prstGeom>
          <a:noFill/>
          <a:ln cap="flat" cmpd="sng" w="7620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4" name="Shape 444"/>
        <p:cNvGrpSpPr/>
        <p:nvPr/>
      </p:nvGrpSpPr>
      <p:grpSpPr>
        <a:xfrm>
          <a:off x="0" y="0"/>
          <a:ext cx="0" cy="0"/>
          <a:chOff x="0" y="0"/>
          <a:chExt cx="0" cy="0"/>
        </a:xfrm>
      </p:grpSpPr>
      <p:pic>
        <p:nvPicPr>
          <p:cNvPr id="445" name="Google Shape;445;p89"/>
          <p:cNvPicPr preferRelativeResize="0"/>
          <p:nvPr/>
        </p:nvPicPr>
        <p:blipFill>
          <a:blip r:embed="rId3">
            <a:alphaModFix/>
          </a:blip>
          <a:stretch>
            <a:fillRect/>
          </a:stretch>
        </p:blipFill>
        <p:spPr>
          <a:xfrm>
            <a:off x="-6669275" y="-2362200"/>
            <a:ext cx="18288026" cy="10287000"/>
          </a:xfrm>
          <a:prstGeom prst="rect">
            <a:avLst/>
          </a:prstGeom>
          <a:noFill/>
          <a:ln>
            <a:noFill/>
          </a:ln>
        </p:spPr>
      </p:pic>
      <p:sp>
        <p:nvSpPr>
          <p:cNvPr id="446" name="Google Shape;446;p89"/>
          <p:cNvSpPr/>
          <p:nvPr/>
        </p:nvSpPr>
        <p:spPr>
          <a:xfrm>
            <a:off x="2998500" y="35700"/>
            <a:ext cx="3039000" cy="4919700"/>
          </a:xfrm>
          <a:prstGeom prst="ellipse">
            <a:avLst/>
          </a:prstGeom>
          <a:noFill/>
          <a:ln cap="flat" cmpd="sng" w="15240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pic>
        <p:nvPicPr>
          <p:cNvPr id="451" name="Google Shape;451;p90"/>
          <p:cNvPicPr preferRelativeResize="0"/>
          <p:nvPr/>
        </p:nvPicPr>
        <p:blipFill>
          <a:blip r:embed="rId3">
            <a:alphaModFix/>
          </a:blip>
          <a:stretch>
            <a:fillRect/>
          </a:stretch>
        </p:blipFill>
        <p:spPr>
          <a:xfrm>
            <a:off x="-6669275" y="-2362200"/>
            <a:ext cx="18288026" cy="102870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pic>
        <p:nvPicPr>
          <p:cNvPr id="456" name="Google Shape;456;p91"/>
          <p:cNvPicPr preferRelativeResize="0"/>
          <p:nvPr/>
        </p:nvPicPr>
        <p:blipFill>
          <a:blip r:embed="rId3">
            <a:alphaModFix/>
          </a:blip>
          <a:stretch>
            <a:fillRect/>
          </a:stretch>
        </p:blipFill>
        <p:spPr>
          <a:xfrm>
            <a:off x="-6669275" y="-2362200"/>
            <a:ext cx="18288026" cy="10287000"/>
          </a:xfrm>
          <a:prstGeom prst="rect">
            <a:avLst/>
          </a:prstGeom>
          <a:noFill/>
          <a:ln cap="flat" cmpd="sng" w="28575">
            <a:solidFill>
              <a:schemeClr val="dk2"/>
            </a:solidFill>
            <a:prstDash val="solid"/>
            <a:round/>
            <a:headEnd len="sm" w="sm" type="none"/>
            <a:tailEnd len="sm" w="sm" type="none"/>
          </a:ln>
        </p:spPr>
      </p:pic>
      <p:cxnSp>
        <p:nvCxnSpPr>
          <p:cNvPr id="457" name="Google Shape;457;p91"/>
          <p:cNvCxnSpPr/>
          <p:nvPr/>
        </p:nvCxnSpPr>
        <p:spPr>
          <a:xfrm>
            <a:off x="55626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58" name="Google Shape;458;p91"/>
          <p:cNvCxnSpPr/>
          <p:nvPr/>
        </p:nvCxnSpPr>
        <p:spPr>
          <a:xfrm>
            <a:off x="3657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59" name="Google Shape;459;p91"/>
          <p:cNvCxnSpPr/>
          <p:nvPr/>
        </p:nvCxnSpPr>
        <p:spPr>
          <a:xfrm>
            <a:off x="45720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0" name="Google Shape;460;p91"/>
          <p:cNvCxnSpPr/>
          <p:nvPr/>
        </p:nvCxnSpPr>
        <p:spPr>
          <a:xfrm>
            <a:off x="41148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1" name="Google Shape;461;p91"/>
          <p:cNvCxnSpPr/>
          <p:nvPr/>
        </p:nvCxnSpPr>
        <p:spPr>
          <a:xfrm>
            <a:off x="5038725"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2" name="Google Shape;462;p91"/>
          <p:cNvCxnSpPr/>
          <p:nvPr/>
        </p:nvCxnSpPr>
        <p:spPr>
          <a:xfrm>
            <a:off x="38862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3" name="Google Shape;463;p91"/>
          <p:cNvCxnSpPr/>
          <p:nvPr/>
        </p:nvCxnSpPr>
        <p:spPr>
          <a:xfrm>
            <a:off x="43434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4" name="Google Shape;464;p91"/>
          <p:cNvCxnSpPr/>
          <p:nvPr/>
        </p:nvCxnSpPr>
        <p:spPr>
          <a:xfrm>
            <a:off x="4800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5" name="Google Shape;465;p91"/>
          <p:cNvCxnSpPr/>
          <p:nvPr/>
        </p:nvCxnSpPr>
        <p:spPr>
          <a:xfrm>
            <a:off x="529552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66" name="Google Shape;466;p91"/>
          <p:cNvCxnSpPr/>
          <p:nvPr/>
        </p:nvCxnSpPr>
        <p:spPr>
          <a:xfrm>
            <a:off x="3638550" y="9318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67" name="Google Shape;467;p91"/>
          <p:cNvCxnSpPr/>
          <p:nvPr/>
        </p:nvCxnSpPr>
        <p:spPr>
          <a:xfrm>
            <a:off x="3638550" y="25622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68" name="Google Shape;468;p91"/>
          <p:cNvCxnSpPr/>
          <p:nvPr/>
        </p:nvCxnSpPr>
        <p:spPr>
          <a:xfrm>
            <a:off x="3638550" y="4210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69" name="Google Shape;469;p91"/>
          <p:cNvCxnSpPr/>
          <p:nvPr/>
        </p:nvCxnSpPr>
        <p:spPr>
          <a:xfrm>
            <a:off x="3638550" y="1762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0" name="Google Shape;470;p91"/>
          <p:cNvCxnSpPr/>
          <p:nvPr/>
        </p:nvCxnSpPr>
        <p:spPr>
          <a:xfrm>
            <a:off x="3638550" y="21622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1" name="Google Shape;471;p91"/>
          <p:cNvCxnSpPr/>
          <p:nvPr/>
        </p:nvCxnSpPr>
        <p:spPr>
          <a:xfrm>
            <a:off x="3638550" y="13430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2" name="Google Shape;472;p91"/>
          <p:cNvCxnSpPr/>
          <p:nvPr/>
        </p:nvCxnSpPr>
        <p:spPr>
          <a:xfrm>
            <a:off x="3638550" y="11335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3" name="Google Shape;473;p91"/>
          <p:cNvCxnSpPr/>
          <p:nvPr/>
        </p:nvCxnSpPr>
        <p:spPr>
          <a:xfrm>
            <a:off x="3638550" y="15526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4" name="Google Shape;474;p91"/>
          <p:cNvCxnSpPr/>
          <p:nvPr/>
        </p:nvCxnSpPr>
        <p:spPr>
          <a:xfrm>
            <a:off x="3638550" y="1962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5" name="Google Shape;475;p91"/>
          <p:cNvCxnSpPr/>
          <p:nvPr/>
        </p:nvCxnSpPr>
        <p:spPr>
          <a:xfrm>
            <a:off x="3638550" y="2371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6" name="Google Shape;476;p91"/>
          <p:cNvCxnSpPr/>
          <p:nvPr/>
        </p:nvCxnSpPr>
        <p:spPr>
          <a:xfrm>
            <a:off x="3638550" y="33957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7" name="Google Shape;477;p91"/>
          <p:cNvCxnSpPr/>
          <p:nvPr/>
        </p:nvCxnSpPr>
        <p:spPr>
          <a:xfrm>
            <a:off x="3638550" y="37958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8" name="Google Shape;478;p91"/>
          <p:cNvCxnSpPr/>
          <p:nvPr/>
        </p:nvCxnSpPr>
        <p:spPr>
          <a:xfrm>
            <a:off x="3638550" y="29957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79" name="Google Shape;479;p91"/>
          <p:cNvCxnSpPr/>
          <p:nvPr/>
        </p:nvCxnSpPr>
        <p:spPr>
          <a:xfrm>
            <a:off x="3638550" y="27671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80" name="Google Shape;480;p91"/>
          <p:cNvCxnSpPr/>
          <p:nvPr/>
        </p:nvCxnSpPr>
        <p:spPr>
          <a:xfrm>
            <a:off x="3638550" y="3186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81" name="Google Shape;481;p91"/>
          <p:cNvCxnSpPr/>
          <p:nvPr/>
        </p:nvCxnSpPr>
        <p:spPr>
          <a:xfrm>
            <a:off x="3638550" y="3595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82" name="Google Shape;482;p91"/>
          <p:cNvCxnSpPr/>
          <p:nvPr/>
        </p:nvCxnSpPr>
        <p:spPr>
          <a:xfrm>
            <a:off x="3638550" y="4005363"/>
            <a:ext cx="1943100" cy="0"/>
          </a:xfrm>
          <a:prstGeom prst="straightConnector1">
            <a:avLst/>
          </a:prstGeom>
          <a:noFill/>
          <a:ln cap="flat" cmpd="sng" w="28575">
            <a:solidFill>
              <a:srgbClr val="FFFF00"/>
            </a:solidFill>
            <a:prstDash val="solid"/>
            <a:round/>
            <a:headEnd len="med" w="med" type="none"/>
            <a:tailEnd len="med" w="med" type="none"/>
          </a:ln>
        </p:spPr>
      </p:cxn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pic>
        <p:nvPicPr>
          <p:cNvPr id="487" name="Google Shape;487;p92"/>
          <p:cNvPicPr preferRelativeResize="0"/>
          <p:nvPr/>
        </p:nvPicPr>
        <p:blipFill>
          <a:blip r:embed="rId3">
            <a:alphaModFix/>
          </a:blip>
          <a:stretch>
            <a:fillRect/>
          </a:stretch>
        </p:blipFill>
        <p:spPr>
          <a:xfrm>
            <a:off x="-6669275" y="-2362200"/>
            <a:ext cx="18288026" cy="10287000"/>
          </a:xfrm>
          <a:prstGeom prst="rect">
            <a:avLst/>
          </a:prstGeom>
          <a:noFill/>
          <a:ln cap="flat" cmpd="sng" w="28575">
            <a:solidFill>
              <a:schemeClr val="dk2"/>
            </a:solidFill>
            <a:prstDash val="solid"/>
            <a:round/>
            <a:headEnd len="sm" w="sm" type="none"/>
            <a:tailEnd len="sm" w="sm" type="none"/>
          </a:ln>
        </p:spPr>
      </p:pic>
      <p:cxnSp>
        <p:nvCxnSpPr>
          <p:cNvPr id="488" name="Google Shape;488;p92"/>
          <p:cNvCxnSpPr/>
          <p:nvPr/>
        </p:nvCxnSpPr>
        <p:spPr>
          <a:xfrm>
            <a:off x="55626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89" name="Google Shape;489;p92"/>
          <p:cNvCxnSpPr/>
          <p:nvPr/>
        </p:nvCxnSpPr>
        <p:spPr>
          <a:xfrm>
            <a:off x="3657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0" name="Google Shape;490;p92"/>
          <p:cNvCxnSpPr/>
          <p:nvPr/>
        </p:nvCxnSpPr>
        <p:spPr>
          <a:xfrm>
            <a:off x="45720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1" name="Google Shape;491;p92"/>
          <p:cNvCxnSpPr/>
          <p:nvPr/>
        </p:nvCxnSpPr>
        <p:spPr>
          <a:xfrm>
            <a:off x="41148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2" name="Google Shape;492;p92"/>
          <p:cNvCxnSpPr/>
          <p:nvPr/>
        </p:nvCxnSpPr>
        <p:spPr>
          <a:xfrm>
            <a:off x="5038725"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3" name="Google Shape;493;p92"/>
          <p:cNvCxnSpPr/>
          <p:nvPr/>
        </p:nvCxnSpPr>
        <p:spPr>
          <a:xfrm>
            <a:off x="38862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4" name="Google Shape;494;p92"/>
          <p:cNvCxnSpPr/>
          <p:nvPr/>
        </p:nvCxnSpPr>
        <p:spPr>
          <a:xfrm>
            <a:off x="43434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5" name="Google Shape;495;p92"/>
          <p:cNvCxnSpPr/>
          <p:nvPr/>
        </p:nvCxnSpPr>
        <p:spPr>
          <a:xfrm>
            <a:off x="4800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6" name="Google Shape;496;p92"/>
          <p:cNvCxnSpPr/>
          <p:nvPr/>
        </p:nvCxnSpPr>
        <p:spPr>
          <a:xfrm>
            <a:off x="529552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497" name="Google Shape;497;p92"/>
          <p:cNvCxnSpPr/>
          <p:nvPr/>
        </p:nvCxnSpPr>
        <p:spPr>
          <a:xfrm>
            <a:off x="3638550" y="9318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98" name="Google Shape;498;p92"/>
          <p:cNvCxnSpPr/>
          <p:nvPr/>
        </p:nvCxnSpPr>
        <p:spPr>
          <a:xfrm>
            <a:off x="3638550" y="25622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499" name="Google Shape;499;p92"/>
          <p:cNvCxnSpPr/>
          <p:nvPr/>
        </p:nvCxnSpPr>
        <p:spPr>
          <a:xfrm>
            <a:off x="3638550" y="4210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0" name="Google Shape;500;p92"/>
          <p:cNvCxnSpPr/>
          <p:nvPr/>
        </p:nvCxnSpPr>
        <p:spPr>
          <a:xfrm>
            <a:off x="3638550" y="1762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1" name="Google Shape;501;p92"/>
          <p:cNvCxnSpPr/>
          <p:nvPr/>
        </p:nvCxnSpPr>
        <p:spPr>
          <a:xfrm>
            <a:off x="3638550" y="21622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2" name="Google Shape;502;p92"/>
          <p:cNvCxnSpPr/>
          <p:nvPr/>
        </p:nvCxnSpPr>
        <p:spPr>
          <a:xfrm>
            <a:off x="3638550" y="13430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3" name="Google Shape;503;p92"/>
          <p:cNvCxnSpPr/>
          <p:nvPr/>
        </p:nvCxnSpPr>
        <p:spPr>
          <a:xfrm>
            <a:off x="3638550" y="11335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4" name="Google Shape;504;p92"/>
          <p:cNvCxnSpPr/>
          <p:nvPr/>
        </p:nvCxnSpPr>
        <p:spPr>
          <a:xfrm>
            <a:off x="3638550" y="15526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5" name="Google Shape;505;p92"/>
          <p:cNvCxnSpPr/>
          <p:nvPr/>
        </p:nvCxnSpPr>
        <p:spPr>
          <a:xfrm>
            <a:off x="3638550" y="1962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6" name="Google Shape;506;p92"/>
          <p:cNvCxnSpPr/>
          <p:nvPr/>
        </p:nvCxnSpPr>
        <p:spPr>
          <a:xfrm>
            <a:off x="3638550" y="2371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7" name="Google Shape;507;p92"/>
          <p:cNvCxnSpPr/>
          <p:nvPr/>
        </p:nvCxnSpPr>
        <p:spPr>
          <a:xfrm>
            <a:off x="3638550" y="33957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8" name="Google Shape;508;p92"/>
          <p:cNvCxnSpPr/>
          <p:nvPr/>
        </p:nvCxnSpPr>
        <p:spPr>
          <a:xfrm>
            <a:off x="3638550" y="37958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09" name="Google Shape;509;p92"/>
          <p:cNvCxnSpPr/>
          <p:nvPr/>
        </p:nvCxnSpPr>
        <p:spPr>
          <a:xfrm>
            <a:off x="3638550" y="29957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10" name="Google Shape;510;p92"/>
          <p:cNvCxnSpPr/>
          <p:nvPr/>
        </p:nvCxnSpPr>
        <p:spPr>
          <a:xfrm>
            <a:off x="3638550" y="27671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11" name="Google Shape;511;p92"/>
          <p:cNvCxnSpPr/>
          <p:nvPr/>
        </p:nvCxnSpPr>
        <p:spPr>
          <a:xfrm>
            <a:off x="3638550" y="3186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12" name="Google Shape;512;p92"/>
          <p:cNvCxnSpPr/>
          <p:nvPr/>
        </p:nvCxnSpPr>
        <p:spPr>
          <a:xfrm>
            <a:off x="3638550" y="3595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13" name="Google Shape;513;p92"/>
          <p:cNvCxnSpPr/>
          <p:nvPr/>
        </p:nvCxnSpPr>
        <p:spPr>
          <a:xfrm>
            <a:off x="3638550" y="4005363"/>
            <a:ext cx="1943100" cy="0"/>
          </a:xfrm>
          <a:prstGeom prst="straightConnector1">
            <a:avLst/>
          </a:prstGeom>
          <a:noFill/>
          <a:ln cap="flat" cmpd="sng" w="28575">
            <a:solidFill>
              <a:srgbClr val="FFFF00"/>
            </a:solidFill>
            <a:prstDash val="solid"/>
            <a:round/>
            <a:headEnd len="med" w="med" type="none"/>
            <a:tailEnd len="med" w="med" type="none"/>
          </a:ln>
        </p:spPr>
      </p:cxnSp>
      <p:sp>
        <p:nvSpPr>
          <p:cNvPr id="514" name="Google Shape;514;p92"/>
          <p:cNvSpPr/>
          <p:nvPr/>
        </p:nvSpPr>
        <p:spPr>
          <a:xfrm>
            <a:off x="3657600" y="931875"/>
            <a:ext cx="228600" cy="2016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pic>
        <p:nvPicPr>
          <p:cNvPr id="519" name="Google Shape;519;p93"/>
          <p:cNvPicPr preferRelativeResize="0"/>
          <p:nvPr/>
        </p:nvPicPr>
        <p:blipFill>
          <a:blip r:embed="rId3">
            <a:alphaModFix/>
          </a:blip>
          <a:stretch>
            <a:fillRect/>
          </a:stretch>
        </p:blipFill>
        <p:spPr>
          <a:xfrm>
            <a:off x="-6669275" y="-2362200"/>
            <a:ext cx="18288026" cy="10287000"/>
          </a:xfrm>
          <a:prstGeom prst="rect">
            <a:avLst/>
          </a:prstGeom>
          <a:noFill/>
          <a:ln cap="flat" cmpd="sng" w="28575">
            <a:solidFill>
              <a:schemeClr val="dk2"/>
            </a:solidFill>
            <a:prstDash val="solid"/>
            <a:round/>
            <a:headEnd len="sm" w="sm" type="none"/>
            <a:tailEnd len="sm" w="sm" type="none"/>
          </a:ln>
        </p:spPr>
      </p:pic>
      <p:cxnSp>
        <p:nvCxnSpPr>
          <p:cNvPr id="520" name="Google Shape;520;p93"/>
          <p:cNvCxnSpPr/>
          <p:nvPr/>
        </p:nvCxnSpPr>
        <p:spPr>
          <a:xfrm>
            <a:off x="55626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1" name="Google Shape;521;p93"/>
          <p:cNvCxnSpPr/>
          <p:nvPr/>
        </p:nvCxnSpPr>
        <p:spPr>
          <a:xfrm>
            <a:off x="3657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2" name="Google Shape;522;p93"/>
          <p:cNvCxnSpPr/>
          <p:nvPr/>
        </p:nvCxnSpPr>
        <p:spPr>
          <a:xfrm>
            <a:off x="45720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3" name="Google Shape;523;p93"/>
          <p:cNvCxnSpPr/>
          <p:nvPr/>
        </p:nvCxnSpPr>
        <p:spPr>
          <a:xfrm>
            <a:off x="41148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4" name="Google Shape;524;p93"/>
          <p:cNvCxnSpPr/>
          <p:nvPr/>
        </p:nvCxnSpPr>
        <p:spPr>
          <a:xfrm>
            <a:off x="5038725"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5" name="Google Shape;525;p93"/>
          <p:cNvCxnSpPr/>
          <p:nvPr/>
        </p:nvCxnSpPr>
        <p:spPr>
          <a:xfrm>
            <a:off x="38862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6" name="Google Shape;526;p93"/>
          <p:cNvCxnSpPr/>
          <p:nvPr/>
        </p:nvCxnSpPr>
        <p:spPr>
          <a:xfrm>
            <a:off x="43434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7" name="Google Shape;527;p93"/>
          <p:cNvCxnSpPr/>
          <p:nvPr/>
        </p:nvCxnSpPr>
        <p:spPr>
          <a:xfrm>
            <a:off x="4800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8" name="Google Shape;528;p93"/>
          <p:cNvCxnSpPr/>
          <p:nvPr/>
        </p:nvCxnSpPr>
        <p:spPr>
          <a:xfrm>
            <a:off x="529552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29" name="Google Shape;529;p93"/>
          <p:cNvCxnSpPr/>
          <p:nvPr/>
        </p:nvCxnSpPr>
        <p:spPr>
          <a:xfrm>
            <a:off x="3638550" y="9318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0" name="Google Shape;530;p93"/>
          <p:cNvCxnSpPr/>
          <p:nvPr/>
        </p:nvCxnSpPr>
        <p:spPr>
          <a:xfrm>
            <a:off x="3638550" y="25622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1" name="Google Shape;531;p93"/>
          <p:cNvCxnSpPr/>
          <p:nvPr/>
        </p:nvCxnSpPr>
        <p:spPr>
          <a:xfrm>
            <a:off x="3638550" y="4210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2" name="Google Shape;532;p93"/>
          <p:cNvCxnSpPr/>
          <p:nvPr/>
        </p:nvCxnSpPr>
        <p:spPr>
          <a:xfrm>
            <a:off x="3638550" y="1762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3" name="Google Shape;533;p93"/>
          <p:cNvCxnSpPr/>
          <p:nvPr/>
        </p:nvCxnSpPr>
        <p:spPr>
          <a:xfrm>
            <a:off x="3638550" y="21622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4" name="Google Shape;534;p93"/>
          <p:cNvCxnSpPr/>
          <p:nvPr/>
        </p:nvCxnSpPr>
        <p:spPr>
          <a:xfrm>
            <a:off x="3638550" y="13430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5" name="Google Shape;535;p93"/>
          <p:cNvCxnSpPr/>
          <p:nvPr/>
        </p:nvCxnSpPr>
        <p:spPr>
          <a:xfrm>
            <a:off x="3638550" y="11335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6" name="Google Shape;536;p93"/>
          <p:cNvCxnSpPr/>
          <p:nvPr/>
        </p:nvCxnSpPr>
        <p:spPr>
          <a:xfrm>
            <a:off x="3638550" y="15526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7" name="Google Shape;537;p93"/>
          <p:cNvCxnSpPr/>
          <p:nvPr/>
        </p:nvCxnSpPr>
        <p:spPr>
          <a:xfrm>
            <a:off x="3638550" y="1962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8" name="Google Shape;538;p93"/>
          <p:cNvCxnSpPr/>
          <p:nvPr/>
        </p:nvCxnSpPr>
        <p:spPr>
          <a:xfrm>
            <a:off x="3638550" y="2371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39" name="Google Shape;539;p93"/>
          <p:cNvCxnSpPr/>
          <p:nvPr/>
        </p:nvCxnSpPr>
        <p:spPr>
          <a:xfrm>
            <a:off x="3638550" y="33957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40" name="Google Shape;540;p93"/>
          <p:cNvCxnSpPr/>
          <p:nvPr/>
        </p:nvCxnSpPr>
        <p:spPr>
          <a:xfrm>
            <a:off x="3638550" y="37958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41" name="Google Shape;541;p93"/>
          <p:cNvCxnSpPr/>
          <p:nvPr/>
        </p:nvCxnSpPr>
        <p:spPr>
          <a:xfrm>
            <a:off x="3638550" y="29957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42" name="Google Shape;542;p93"/>
          <p:cNvCxnSpPr/>
          <p:nvPr/>
        </p:nvCxnSpPr>
        <p:spPr>
          <a:xfrm>
            <a:off x="3638550" y="27671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43" name="Google Shape;543;p93"/>
          <p:cNvCxnSpPr/>
          <p:nvPr/>
        </p:nvCxnSpPr>
        <p:spPr>
          <a:xfrm>
            <a:off x="3638550" y="3186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44" name="Google Shape;544;p93"/>
          <p:cNvCxnSpPr/>
          <p:nvPr/>
        </p:nvCxnSpPr>
        <p:spPr>
          <a:xfrm>
            <a:off x="3638550" y="3595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45" name="Google Shape;545;p93"/>
          <p:cNvCxnSpPr/>
          <p:nvPr/>
        </p:nvCxnSpPr>
        <p:spPr>
          <a:xfrm>
            <a:off x="3638550" y="4005363"/>
            <a:ext cx="1943100" cy="0"/>
          </a:xfrm>
          <a:prstGeom prst="straightConnector1">
            <a:avLst/>
          </a:prstGeom>
          <a:noFill/>
          <a:ln cap="flat" cmpd="sng" w="28575">
            <a:solidFill>
              <a:srgbClr val="FFFF00"/>
            </a:solidFill>
            <a:prstDash val="solid"/>
            <a:round/>
            <a:headEnd len="med" w="med" type="none"/>
            <a:tailEnd len="med" w="med" type="none"/>
          </a:ln>
        </p:spPr>
      </p:cxnSp>
      <p:sp>
        <p:nvSpPr>
          <p:cNvPr id="546" name="Google Shape;546;p93"/>
          <p:cNvSpPr/>
          <p:nvPr/>
        </p:nvSpPr>
        <p:spPr>
          <a:xfrm>
            <a:off x="3657600" y="931875"/>
            <a:ext cx="914400" cy="2016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pic>
        <p:nvPicPr>
          <p:cNvPr id="551" name="Google Shape;551;p94"/>
          <p:cNvPicPr preferRelativeResize="0"/>
          <p:nvPr/>
        </p:nvPicPr>
        <p:blipFill>
          <a:blip r:embed="rId3">
            <a:alphaModFix/>
          </a:blip>
          <a:stretch>
            <a:fillRect/>
          </a:stretch>
        </p:blipFill>
        <p:spPr>
          <a:xfrm>
            <a:off x="-6669275" y="-2362200"/>
            <a:ext cx="18288026" cy="10287000"/>
          </a:xfrm>
          <a:prstGeom prst="rect">
            <a:avLst/>
          </a:prstGeom>
          <a:noFill/>
          <a:ln cap="flat" cmpd="sng" w="28575">
            <a:solidFill>
              <a:schemeClr val="dk2"/>
            </a:solidFill>
            <a:prstDash val="solid"/>
            <a:round/>
            <a:headEnd len="sm" w="sm" type="none"/>
            <a:tailEnd len="sm" w="sm" type="none"/>
          </a:ln>
        </p:spPr>
      </p:pic>
      <p:cxnSp>
        <p:nvCxnSpPr>
          <p:cNvPr id="552" name="Google Shape;552;p94"/>
          <p:cNvCxnSpPr/>
          <p:nvPr/>
        </p:nvCxnSpPr>
        <p:spPr>
          <a:xfrm>
            <a:off x="55626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3" name="Google Shape;553;p94"/>
          <p:cNvCxnSpPr/>
          <p:nvPr/>
        </p:nvCxnSpPr>
        <p:spPr>
          <a:xfrm>
            <a:off x="3657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4" name="Google Shape;554;p94"/>
          <p:cNvCxnSpPr/>
          <p:nvPr/>
        </p:nvCxnSpPr>
        <p:spPr>
          <a:xfrm>
            <a:off x="45720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5" name="Google Shape;555;p94"/>
          <p:cNvCxnSpPr/>
          <p:nvPr/>
        </p:nvCxnSpPr>
        <p:spPr>
          <a:xfrm>
            <a:off x="41148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6" name="Google Shape;556;p94"/>
          <p:cNvCxnSpPr/>
          <p:nvPr/>
        </p:nvCxnSpPr>
        <p:spPr>
          <a:xfrm>
            <a:off x="5038725"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7" name="Google Shape;557;p94"/>
          <p:cNvCxnSpPr/>
          <p:nvPr/>
        </p:nvCxnSpPr>
        <p:spPr>
          <a:xfrm>
            <a:off x="38862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8" name="Google Shape;558;p94"/>
          <p:cNvCxnSpPr/>
          <p:nvPr/>
        </p:nvCxnSpPr>
        <p:spPr>
          <a:xfrm>
            <a:off x="43434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59" name="Google Shape;559;p94"/>
          <p:cNvCxnSpPr/>
          <p:nvPr/>
        </p:nvCxnSpPr>
        <p:spPr>
          <a:xfrm>
            <a:off x="4800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60" name="Google Shape;560;p94"/>
          <p:cNvCxnSpPr/>
          <p:nvPr/>
        </p:nvCxnSpPr>
        <p:spPr>
          <a:xfrm>
            <a:off x="529552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61" name="Google Shape;561;p94"/>
          <p:cNvCxnSpPr/>
          <p:nvPr/>
        </p:nvCxnSpPr>
        <p:spPr>
          <a:xfrm>
            <a:off x="3638550" y="9318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2" name="Google Shape;562;p94"/>
          <p:cNvCxnSpPr/>
          <p:nvPr/>
        </p:nvCxnSpPr>
        <p:spPr>
          <a:xfrm>
            <a:off x="3638550" y="25622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3" name="Google Shape;563;p94"/>
          <p:cNvCxnSpPr/>
          <p:nvPr/>
        </p:nvCxnSpPr>
        <p:spPr>
          <a:xfrm>
            <a:off x="3638550" y="4210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4" name="Google Shape;564;p94"/>
          <p:cNvCxnSpPr/>
          <p:nvPr/>
        </p:nvCxnSpPr>
        <p:spPr>
          <a:xfrm>
            <a:off x="3638550" y="1762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5" name="Google Shape;565;p94"/>
          <p:cNvCxnSpPr/>
          <p:nvPr/>
        </p:nvCxnSpPr>
        <p:spPr>
          <a:xfrm>
            <a:off x="3638550" y="21622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6" name="Google Shape;566;p94"/>
          <p:cNvCxnSpPr/>
          <p:nvPr/>
        </p:nvCxnSpPr>
        <p:spPr>
          <a:xfrm>
            <a:off x="3638550" y="13430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7" name="Google Shape;567;p94"/>
          <p:cNvCxnSpPr/>
          <p:nvPr/>
        </p:nvCxnSpPr>
        <p:spPr>
          <a:xfrm>
            <a:off x="3638550" y="11335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8" name="Google Shape;568;p94"/>
          <p:cNvCxnSpPr/>
          <p:nvPr/>
        </p:nvCxnSpPr>
        <p:spPr>
          <a:xfrm>
            <a:off x="3638550" y="15526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69" name="Google Shape;569;p94"/>
          <p:cNvCxnSpPr/>
          <p:nvPr/>
        </p:nvCxnSpPr>
        <p:spPr>
          <a:xfrm>
            <a:off x="3638550" y="1962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0" name="Google Shape;570;p94"/>
          <p:cNvCxnSpPr/>
          <p:nvPr/>
        </p:nvCxnSpPr>
        <p:spPr>
          <a:xfrm>
            <a:off x="3638550" y="2371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1" name="Google Shape;571;p94"/>
          <p:cNvCxnSpPr/>
          <p:nvPr/>
        </p:nvCxnSpPr>
        <p:spPr>
          <a:xfrm>
            <a:off x="3638550" y="33957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2" name="Google Shape;572;p94"/>
          <p:cNvCxnSpPr/>
          <p:nvPr/>
        </p:nvCxnSpPr>
        <p:spPr>
          <a:xfrm>
            <a:off x="3638550" y="37958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3" name="Google Shape;573;p94"/>
          <p:cNvCxnSpPr/>
          <p:nvPr/>
        </p:nvCxnSpPr>
        <p:spPr>
          <a:xfrm>
            <a:off x="3638550" y="29957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4" name="Google Shape;574;p94"/>
          <p:cNvCxnSpPr/>
          <p:nvPr/>
        </p:nvCxnSpPr>
        <p:spPr>
          <a:xfrm>
            <a:off x="3638550" y="27671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5" name="Google Shape;575;p94"/>
          <p:cNvCxnSpPr/>
          <p:nvPr/>
        </p:nvCxnSpPr>
        <p:spPr>
          <a:xfrm>
            <a:off x="3638550" y="3186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6" name="Google Shape;576;p94"/>
          <p:cNvCxnSpPr/>
          <p:nvPr/>
        </p:nvCxnSpPr>
        <p:spPr>
          <a:xfrm>
            <a:off x="3638550" y="3595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77" name="Google Shape;577;p94"/>
          <p:cNvCxnSpPr/>
          <p:nvPr/>
        </p:nvCxnSpPr>
        <p:spPr>
          <a:xfrm>
            <a:off x="3638550" y="4005363"/>
            <a:ext cx="1943100" cy="0"/>
          </a:xfrm>
          <a:prstGeom prst="straightConnector1">
            <a:avLst/>
          </a:prstGeom>
          <a:noFill/>
          <a:ln cap="flat" cmpd="sng" w="28575">
            <a:solidFill>
              <a:srgbClr val="FFFF00"/>
            </a:solidFill>
            <a:prstDash val="solid"/>
            <a:round/>
            <a:headEnd len="med" w="med" type="none"/>
            <a:tailEnd len="med" w="med" type="none"/>
          </a:ln>
        </p:spPr>
      </p:cxnSp>
      <p:sp>
        <p:nvSpPr>
          <p:cNvPr id="578" name="Google Shape;578;p94"/>
          <p:cNvSpPr/>
          <p:nvPr/>
        </p:nvSpPr>
        <p:spPr>
          <a:xfrm>
            <a:off x="3657600" y="931875"/>
            <a:ext cx="1905000" cy="2016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2" name="Shape 582"/>
        <p:cNvGrpSpPr/>
        <p:nvPr/>
      </p:nvGrpSpPr>
      <p:grpSpPr>
        <a:xfrm>
          <a:off x="0" y="0"/>
          <a:ext cx="0" cy="0"/>
          <a:chOff x="0" y="0"/>
          <a:chExt cx="0" cy="0"/>
        </a:xfrm>
      </p:grpSpPr>
      <p:pic>
        <p:nvPicPr>
          <p:cNvPr id="583" name="Google Shape;583;p95"/>
          <p:cNvPicPr preferRelativeResize="0"/>
          <p:nvPr/>
        </p:nvPicPr>
        <p:blipFill>
          <a:blip r:embed="rId3">
            <a:alphaModFix/>
          </a:blip>
          <a:stretch>
            <a:fillRect/>
          </a:stretch>
        </p:blipFill>
        <p:spPr>
          <a:xfrm>
            <a:off x="-6669275" y="-2362200"/>
            <a:ext cx="18288026" cy="10287000"/>
          </a:xfrm>
          <a:prstGeom prst="rect">
            <a:avLst/>
          </a:prstGeom>
          <a:noFill/>
          <a:ln cap="flat" cmpd="sng" w="28575">
            <a:solidFill>
              <a:schemeClr val="dk2"/>
            </a:solidFill>
            <a:prstDash val="solid"/>
            <a:round/>
            <a:headEnd len="sm" w="sm" type="none"/>
            <a:tailEnd len="sm" w="sm" type="none"/>
          </a:ln>
        </p:spPr>
      </p:pic>
      <p:cxnSp>
        <p:nvCxnSpPr>
          <p:cNvPr id="584" name="Google Shape;584;p95"/>
          <p:cNvCxnSpPr/>
          <p:nvPr/>
        </p:nvCxnSpPr>
        <p:spPr>
          <a:xfrm>
            <a:off x="55626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85" name="Google Shape;585;p95"/>
          <p:cNvCxnSpPr/>
          <p:nvPr/>
        </p:nvCxnSpPr>
        <p:spPr>
          <a:xfrm>
            <a:off x="3657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86" name="Google Shape;586;p95"/>
          <p:cNvCxnSpPr/>
          <p:nvPr/>
        </p:nvCxnSpPr>
        <p:spPr>
          <a:xfrm>
            <a:off x="45720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87" name="Google Shape;587;p95"/>
          <p:cNvCxnSpPr/>
          <p:nvPr/>
        </p:nvCxnSpPr>
        <p:spPr>
          <a:xfrm>
            <a:off x="41148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88" name="Google Shape;588;p95"/>
          <p:cNvCxnSpPr/>
          <p:nvPr/>
        </p:nvCxnSpPr>
        <p:spPr>
          <a:xfrm>
            <a:off x="5038725"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89" name="Google Shape;589;p95"/>
          <p:cNvCxnSpPr/>
          <p:nvPr/>
        </p:nvCxnSpPr>
        <p:spPr>
          <a:xfrm>
            <a:off x="38862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90" name="Google Shape;590;p95"/>
          <p:cNvCxnSpPr/>
          <p:nvPr/>
        </p:nvCxnSpPr>
        <p:spPr>
          <a:xfrm>
            <a:off x="43434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91" name="Google Shape;591;p95"/>
          <p:cNvCxnSpPr/>
          <p:nvPr/>
        </p:nvCxnSpPr>
        <p:spPr>
          <a:xfrm>
            <a:off x="4800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92" name="Google Shape;592;p95"/>
          <p:cNvCxnSpPr/>
          <p:nvPr/>
        </p:nvCxnSpPr>
        <p:spPr>
          <a:xfrm>
            <a:off x="529552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593" name="Google Shape;593;p95"/>
          <p:cNvCxnSpPr/>
          <p:nvPr/>
        </p:nvCxnSpPr>
        <p:spPr>
          <a:xfrm>
            <a:off x="3638550" y="9318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94" name="Google Shape;594;p95"/>
          <p:cNvCxnSpPr/>
          <p:nvPr/>
        </p:nvCxnSpPr>
        <p:spPr>
          <a:xfrm>
            <a:off x="3638550" y="25622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95" name="Google Shape;595;p95"/>
          <p:cNvCxnSpPr/>
          <p:nvPr/>
        </p:nvCxnSpPr>
        <p:spPr>
          <a:xfrm>
            <a:off x="3638550" y="4210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96" name="Google Shape;596;p95"/>
          <p:cNvCxnSpPr/>
          <p:nvPr/>
        </p:nvCxnSpPr>
        <p:spPr>
          <a:xfrm>
            <a:off x="3638550" y="1762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97" name="Google Shape;597;p95"/>
          <p:cNvCxnSpPr/>
          <p:nvPr/>
        </p:nvCxnSpPr>
        <p:spPr>
          <a:xfrm>
            <a:off x="3638550" y="21622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98" name="Google Shape;598;p95"/>
          <p:cNvCxnSpPr/>
          <p:nvPr/>
        </p:nvCxnSpPr>
        <p:spPr>
          <a:xfrm>
            <a:off x="3638550" y="13430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599" name="Google Shape;599;p95"/>
          <p:cNvCxnSpPr/>
          <p:nvPr/>
        </p:nvCxnSpPr>
        <p:spPr>
          <a:xfrm>
            <a:off x="3638550" y="11335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0" name="Google Shape;600;p95"/>
          <p:cNvCxnSpPr/>
          <p:nvPr/>
        </p:nvCxnSpPr>
        <p:spPr>
          <a:xfrm>
            <a:off x="3638550" y="15526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1" name="Google Shape;601;p95"/>
          <p:cNvCxnSpPr/>
          <p:nvPr/>
        </p:nvCxnSpPr>
        <p:spPr>
          <a:xfrm>
            <a:off x="3638550" y="1962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2" name="Google Shape;602;p95"/>
          <p:cNvCxnSpPr/>
          <p:nvPr/>
        </p:nvCxnSpPr>
        <p:spPr>
          <a:xfrm>
            <a:off x="3638550" y="2371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3" name="Google Shape;603;p95"/>
          <p:cNvCxnSpPr/>
          <p:nvPr/>
        </p:nvCxnSpPr>
        <p:spPr>
          <a:xfrm>
            <a:off x="3638550" y="33957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4" name="Google Shape;604;p95"/>
          <p:cNvCxnSpPr/>
          <p:nvPr/>
        </p:nvCxnSpPr>
        <p:spPr>
          <a:xfrm>
            <a:off x="3638550" y="37958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5" name="Google Shape;605;p95"/>
          <p:cNvCxnSpPr/>
          <p:nvPr/>
        </p:nvCxnSpPr>
        <p:spPr>
          <a:xfrm>
            <a:off x="3638550" y="29957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6" name="Google Shape;606;p95"/>
          <p:cNvCxnSpPr/>
          <p:nvPr/>
        </p:nvCxnSpPr>
        <p:spPr>
          <a:xfrm>
            <a:off x="3638550" y="27671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7" name="Google Shape;607;p95"/>
          <p:cNvCxnSpPr/>
          <p:nvPr/>
        </p:nvCxnSpPr>
        <p:spPr>
          <a:xfrm>
            <a:off x="3638550" y="3186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8" name="Google Shape;608;p95"/>
          <p:cNvCxnSpPr/>
          <p:nvPr/>
        </p:nvCxnSpPr>
        <p:spPr>
          <a:xfrm>
            <a:off x="3638550" y="3595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09" name="Google Shape;609;p95"/>
          <p:cNvCxnSpPr/>
          <p:nvPr/>
        </p:nvCxnSpPr>
        <p:spPr>
          <a:xfrm>
            <a:off x="3638550" y="4005363"/>
            <a:ext cx="1943100" cy="0"/>
          </a:xfrm>
          <a:prstGeom prst="straightConnector1">
            <a:avLst/>
          </a:prstGeom>
          <a:noFill/>
          <a:ln cap="flat" cmpd="sng" w="28575">
            <a:solidFill>
              <a:srgbClr val="FFFF00"/>
            </a:solidFill>
            <a:prstDash val="solid"/>
            <a:round/>
            <a:headEnd len="med" w="med" type="none"/>
            <a:tailEnd len="med" w="med" type="non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13" name="Shape 613"/>
        <p:cNvGrpSpPr/>
        <p:nvPr/>
      </p:nvGrpSpPr>
      <p:grpSpPr>
        <a:xfrm>
          <a:off x="0" y="0"/>
          <a:ext cx="0" cy="0"/>
          <a:chOff x="0" y="0"/>
          <a:chExt cx="0" cy="0"/>
        </a:xfrm>
      </p:grpSpPr>
      <p:cxnSp>
        <p:nvCxnSpPr>
          <p:cNvPr id="614" name="Google Shape;614;p96"/>
          <p:cNvCxnSpPr/>
          <p:nvPr/>
        </p:nvCxnSpPr>
        <p:spPr>
          <a:xfrm>
            <a:off x="55626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15" name="Google Shape;615;p96"/>
          <p:cNvCxnSpPr/>
          <p:nvPr/>
        </p:nvCxnSpPr>
        <p:spPr>
          <a:xfrm>
            <a:off x="3657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16" name="Google Shape;616;p96"/>
          <p:cNvCxnSpPr/>
          <p:nvPr/>
        </p:nvCxnSpPr>
        <p:spPr>
          <a:xfrm>
            <a:off x="45720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17" name="Google Shape;617;p96"/>
          <p:cNvCxnSpPr/>
          <p:nvPr/>
        </p:nvCxnSpPr>
        <p:spPr>
          <a:xfrm>
            <a:off x="41148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18" name="Google Shape;618;p96"/>
          <p:cNvCxnSpPr/>
          <p:nvPr/>
        </p:nvCxnSpPr>
        <p:spPr>
          <a:xfrm>
            <a:off x="5038725"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19" name="Google Shape;619;p96"/>
          <p:cNvCxnSpPr/>
          <p:nvPr/>
        </p:nvCxnSpPr>
        <p:spPr>
          <a:xfrm>
            <a:off x="3886200" y="91440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20" name="Google Shape;620;p96"/>
          <p:cNvCxnSpPr/>
          <p:nvPr/>
        </p:nvCxnSpPr>
        <p:spPr>
          <a:xfrm>
            <a:off x="43434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21" name="Google Shape;621;p96"/>
          <p:cNvCxnSpPr/>
          <p:nvPr/>
        </p:nvCxnSpPr>
        <p:spPr>
          <a:xfrm>
            <a:off x="480060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22" name="Google Shape;622;p96"/>
          <p:cNvCxnSpPr/>
          <p:nvPr/>
        </p:nvCxnSpPr>
        <p:spPr>
          <a:xfrm>
            <a:off x="5295520" y="923850"/>
            <a:ext cx="0" cy="3295800"/>
          </a:xfrm>
          <a:prstGeom prst="straightConnector1">
            <a:avLst/>
          </a:prstGeom>
          <a:noFill/>
          <a:ln cap="flat" cmpd="sng" w="28575">
            <a:solidFill>
              <a:srgbClr val="FFFF00"/>
            </a:solidFill>
            <a:prstDash val="solid"/>
            <a:round/>
            <a:headEnd len="med" w="med" type="none"/>
            <a:tailEnd len="med" w="med" type="none"/>
          </a:ln>
        </p:spPr>
      </p:cxnSp>
      <p:cxnSp>
        <p:nvCxnSpPr>
          <p:cNvPr id="623" name="Google Shape;623;p96"/>
          <p:cNvCxnSpPr/>
          <p:nvPr/>
        </p:nvCxnSpPr>
        <p:spPr>
          <a:xfrm>
            <a:off x="3638550" y="9318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24" name="Google Shape;624;p96"/>
          <p:cNvCxnSpPr/>
          <p:nvPr/>
        </p:nvCxnSpPr>
        <p:spPr>
          <a:xfrm>
            <a:off x="3638550" y="25622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25" name="Google Shape;625;p96"/>
          <p:cNvCxnSpPr/>
          <p:nvPr/>
        </p:nvCxnSpPr>
        <p:spPr>
          <a:xfrm>
            <a:off x="3638550" y="4210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26" name="Google Shape;626;p96"/>
          <p:cNvCxnSpPr/>
          <p:nvPr/>
        </p:nvCxnSpPr>
        <p:spPr>
          <a:xfrm>
            <a:off x="3638550" y="17621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27" name="Google Shape;627;p96"/>
          <p:cNvCxnSpPr/>
          <p:nvPr/>
        </p:nvCxnSpPr>
        <p:spPr>
          <a:xfrm>
            <a:off x="3638550" y="21622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28" name="Google Shape;628;p96"/>
          <p:cNvCxnSpPr/>
          <p:nvPr/>
        </p:nvCxnSpPr>
        <p:spPr>
          <a:xfrm>
            <a:off x="3638550" y="13430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29" name="Google Shape;629;p96"/>
          <p:cNvCxnSpPr/>
          <p:nvPr/>
        </p:nvCxnSpPr>
        <p:spPr>
          <a:xfrm>
            <a:off x="3638550" y="11335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0" name="Google Shape;630;p96"/>
          <p:cNvCxnSpPr/>
          <p:nvPr/>
        </p:nvCxnSpPr>
        <p:spPr>
          <a:xfrm>
            <a:off x="3638550" y="155263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1" name="Google Shape;631;p96"/>
          <p:cNvCxnSpPr/>
          <p:nvPr/>
        </p:nvCxnSpPr>
        <p:spPr>
          <a:xfrm>
            <a:off x="3638550" y="1962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2" name="Google Shape;632;p96"/>
          <p:cNvCxnSpPr/>
          <p:nvPr/>
        </p:nvCxnSpPr>
        <p:spPr>
          <a:xfrm>
            <a:off x="3638550" y="2371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3" name="Google Shape;633;p96"/>
          <p:cNvCxnSpPr/>
          <p:nvPr/>
        </p:nvCxnSpPr>
        <p:spPr>
          <a:xfrm>
            <a:off x="3638550" y="339576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4" name="Google Shape;634;p96"/>
          <p:cNvCxnSpPr/>
          <p:nvPr/>
        </p:nvCxnSpPr>
        <p:spPr>
          <a:xfrm>
            <a:off x="3638550" y="37958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5" name="Google Shape;635;p96"/>
          <p:cNvCxnSpPr/>
          <p:nvPr/>
        </p:nvCxnSpPr>
        <p:spPr>
          <a:xfrm>
            <a:off x="3638550" y="29957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6" name="Google Shape;636;p96"/>
          <p:cNvCxnSpPr/>
          <p:nvPr/>
        </p:nvCxnSpPr>
        <p:spPr>
          <a:xfrm>
            <a:off x="3638550" y="27671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7" name="Google Shape;637;p96"/>
          <p:cNvCxnSpPr/>
          <p:nvPr/>
        </p:nvCxnSpPr>
        <p:spPr>
          <a:xfrm>
            <a:off x="3638550" y="3186213"/>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8" name="Google Shape;638;p96"/>
          <p:cNvCxnSpPr/>
          <p:nvPr/>
        </p:nvCxnSpPr>
        <p:spPr>
          <a:xfrm>
            <a:off x="3638550" y="3595788"/>
            <a:ext cx="1943100" cy="0"/>
          </a:xfrm>
          <a:prstGeom prst="straightConnector1">
            <a:avLst/>
          </a:prstGeom>
          <a:noFill/>
          <a:ln cap="flat" cmpd="sng" w="28575">
            <a:solidFill>
              <a:srgbClr val="FFFF00"/>
            </a:solidFill>
            <a:prstDash val="solid"/>
            <a:round/>
            <a:headEnd len="med" w="med" type="none"/>
            <a:tailEnd len="med" w="med" type="none"/>
          </a:ln>
        </p:spPr>
      </p:cxnSp>
      <p:cxnSp>
        <p:nvCxnSpPr>
          <p:cNvPr id="639" name="Google Shape;639;p96"/>
          <p:cNvCxnSpPr/>
          <p:nvPr/>
        </p:nvCxnSpPr>
        <p:spPr>
          <a:xfrm>
            <a:off x="3638550" y="4005363"/>
            <a:ext cx="1943100" cy="0"/>
          </a:xfrm>
          <a:prstGeom prst="straightConnector1">
            <a:avLst/>
          </a:prstGeom>
          <a:noFill/>
          <a:ln cap="flat" cmpd="sng" w="28575">
            <a:solidFill>
              <a:srgbClr val="FFFF00"/>
            </a:solidFill>
            <a:prstDash val="solid"/>
            <a:round/>
            <a:headEnd len="med" w="med" type="none"/>
            <a:tailEnd len="med" w="med" type="non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graphicFrame>
        <p:nvGraphicFramePr>
          <p:cNvPr id="644" name="Google Shape;644;p97"/>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98"/>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int score1 = 72;</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 score2 = 73;</a:t>
            </a:r>
            <a:endParaRPr>
              <a:solidFill>
                <a:schemeClr val="dk1"/>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int score3 = 33;</a:t>
            </a:r>
            <a:endParaRPr>
              <a:solidFill>
                <a:srgbClr val="FFFFFF"/>
              </a:solidFill>
              <a:latin typeface="Consolas"/>
              <a:ea typeface="Consolas"/>
              <a:cs typeface="Consolas"/>
              <a:sym typeface="Consola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graphicFrame>
        <p:nvGraphicFramePr>
          <p:cNvPr id="654" name="Google Shape;654;p99"/>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t/>
                      </a:r>
                      <a:endParaRPr sz="4800">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graphicFrame>
        <p:nvGraphicFramePr>
          <p:cNvPr id="659" name="Google Shape;659;p100"/>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72</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score1</a:t>
                      </a:r>
                      <a:endParaRPr sz="4800">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graphicFrame>
        <p:nvGraphicFramePr>
          <p:cNvPr id="664" name="Google Shape;664;p101"/>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72</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score1</a:t>
                      </a:r>
                      <a:endParaRPr sz="4800">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score2</a:t>
                      </a:r>
                      <a:endParaRPr sz="4800">
                        <a:solidFill>
                          <a:srgbClr val="FFFFFF"/>
                        </a:solidFill>
                        <a:latin typeface="Consolas"/>
                        <a:ea typeface="Consolas"/>
                        <a:cs typeface="Consolas"/>
                        <a:sym typeface="Consolas"/>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graphicFrame>
        <p:nvGraphicFramePr>
          <p:cNvPr id="669" name="Google Shape;669;p102"/>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72</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score1</a:t>
                      </a:r>
                      <a:endParaRPr>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score2</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r>
              <a:tr h="1143000">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33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score3</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graphicFrame>
        <p:nvGraphicFramePr>
          <p:cNvPr id="674" name="Google Shape;674;p103"/>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gridSpan="4">
                  <a:txBody>
                    <a:bodyPr/>
                    <a:lstStyle/>
                    <a:p>
                      <a:pPr indent="0" lvl="0" marL="0" rtl="0" algn="ctr">
                        <a:spcBef>
                          <a:spcPts val="0"/>
                        </a:spcBef>
                        <a:spcAft>
                          <a:spcPts val="0"/>
                        </a:spcAft>
                        <a:buNone/>
                      </a:pPr>
                      <a:r>
                        <a:rPr lang="en" sz="1900">
                          <a:solidFill>
                            <a:srgbClr val="FFFFFF"/>
                          </a:solidFill>
                          <a:latin typeface="Consolas"/>
                          <a:ea typeface="Consolas"/>
                          <a:cs typeface="Consolas"/>
                          <a:sym typeface="Consolas"/>
                        </a:rPr>
                        <a:t>00000000000000000000000001001000</a:t>
                      </a:r>
                      <a:endParaRPr sz="19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score1</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gridSpan="4">
                  <a:txBody>
                    <a:bodyPr/>
                    <a:lstStyle/>
                    <a:p>
                      <a:pPr indent="0" lvl="0" marL="0" rtl="0" algn="ctr">
                        <a:spcBef>
                          <a:spcPts val="0"/>
                        </a:spcBef>
                        <a:spcAft>
                          <a:spcPts val="0"/>
                        </a:spcAft>
                        <a:buNone/>
                      </a:pPr>
                      <a:r>
                        <a:rPr lang="en" sz="1900">
                          <a:solidFill>
                            <a:srgbClr val="FFFFFF"/>
                          </a:solidFill>
                          <a:latin typeface="Consolas"/>
                          <a:ea typeface="Consolas"/>
                          <a:cs typeface="Consolas"/>
                          <a:sym typeface="Consolas"/>
                        </a:rPr>
                        <a:t>00000000000000000000000001001001</a:t>
                      </a:r>
                      <a:endParaRPr sz="19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score2</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r>
              <a:tr h="1143000">
                <a:tc gridSpan="4">
                  <a:txBody>
                    <a:bodyPr/>
                    <a:lstStyle/>
                    <a:p>
                      <a:pPr indent="0" lvl="0" marL="0" rtl="0" algn="ctr">
                        <a:spcBef>
                          <a:spcPts val="0"/>
                        </a:spcBef>
                        <a:spcAft>
                          <a:spcPts val="0"/>
                        </a:spcAft>
                        <a:buNone/>
                      </a:pPr>
                      <a:r>
                        <a:rPr lang="en" sz="1900">
                          <a:solidFill>
                            <a:srgbClr val="FFFFFF"/>
                          </a:solidFill>
                          <a:latin typeface="Consolas"/>
                          <a:ea typeface="Consolas"/>
                          <a:cs typeface="Consolas"/>
                          <a:sym typeface="Consolas"/>
                        </a:rPr>
                        <a:t>00000000000000000000000000100001</a:t>
                      </a:r>
                      <a:endParaRPr sz="19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score3</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04"/>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int score1 = 72;</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 score2 = 73;</a:t>
            </a:r>
            <a:endParaRPr>
              <a:solidFill>
                <a:schemeClr val="dk1"/>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int score3 = 33;</a:t>
            </a:r>
            <a:endParaRPr>
              <a:solidFill>
                <a:srgbClr val="FFFFFF"/>
              </a:solidFill>
              <a:latin typeface="Consolas"/>
              <a:ea typeface="Consolas"/>
              <a:cs typeface="Consolas"/>
              <a:sym typeface="Consola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0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arrays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06"/>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int scores[3];</a:t>
            </a:r>
            <a:endParaRPr>
              <a:solidFill>
                <a:srgbClr val="FFFFFF"/>
              </a:solidFill>
              <a:latin typeface="Consolas"/>
              <a:ea typeface="Consolas"/>
              <a:cs typeface="Consolas"/>
              <a:sym typeface="Consolas"/>
            </a:endParaRPr>
          </a:p>
          <a:p>
            <a:pPr indent="0" lvl="0" marL="0" rtl="0" algn="l">
              <a:spcBef>
                <a:spcPts val="1600"/>
              </a:spcBef>
              <a:spcAft>
                <a:spcPts val="0"/>
              </a:spcAft>
              <a:buNone/>
            </a:pPr>
            <a:r>
              <a:t/>
            </a:r>
            <a:endParaRPr>
              <a:solidFill>
                <a:srgbClr val="FFFFFF"/>
              </a:solidFill>
              <a:latin typeface="Consolas"/>
              <a:ea typeface="Consolas"/>
              <a:cs typeface="Consolas"/>
              <a:sym typeface="Consolas"/>
            </a:endParaRPr>
          </a:p>
          <a:p>
            <a:pPr indent="0" lvl="0" marL="0" rtl="0" algn="l">
              <a:spcBef>
                <a:spcPts val="1600"/>
              </a:spcBef>
              <a:spcAft>
                <a:spcPts val="0"/>
              </a:spcAft>
              <a:buNone/>
            </a:pPr>
            <a:r>
              <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t/>
            </a:r>
            <a:endParaRPr>
              <a:solidFill>
                <a:srgbClr val="FFFFFF"/>
              </a:solidFill>
              <a:latin typeface="Consolas"/>
              <a:ea typeface="Consolas"/>
              <a:cs typeface="Consolas"/>
              <a:sym typeface="Consola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07"/>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int scores[3];</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scores[0] = 72;</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scores[1] = 73;</a:t>
            </a:r>
            <a:endParaRPr>
              <a:solidFill>
                <a:schemeClr val="dk1"/>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scores[2] = 33;</a:t>
            </a:r>
            <a:endParaRPr>
              <a:solidFill>
                <a:srgbClr val="FFFFFF"/>
              </a:solidFill>
              <a:latin typeface="Consolas"/>
              <a:ea typeface="Consolas"/>
              <a:cs typeface="Consolas"/>
              <a:sym typeface="Consola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graphicFrame>
        <p:nvGraphicFramePr>
          <p:cNvPr id="699" name="Google Shape;699;p108"/>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72</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scores[0]</a:t>
                      </a:r>
                      <a:endParaRPr sz="4800">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scores[1]</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r>
              <a:tr h="1143000">
                <a:tc gridSpan="4">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33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scores[2]</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hMerge="1"/>
                <a:tc hMerge="1"/>
                <a:tc hMerge="1"/>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0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char c1 = 'H';</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char c2 = 'I';</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char c3 = '!';</a:t>
            </a:r>
            <a:endParaRPr>
              <a:solidFill>
                <a:srgbClr val="FFFFFF"/>
              </a:solidFill>
              <a:latin typeface="Consolas"/>
              <a:ea typeface="Consolas"/>
              <a:cs typeface="Consolas"/>
              <a:sym typeface="Consola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graphicFrame>
        <p:nvGraphicFramePr>
          <p:cNvPr id="709" name="Google Shape;709;p110"/>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t/>
                      </a:r>
                      <a:endParaRPr sz="4800">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graphicFrame>
        <p:nvGraphicFramePr>
          <p:cNvPr id="714" name="Google Shape;714;p111"/>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c1</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c2</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c3</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graphicFrame>
        <p:nvGraphicFramePr>
          <p:cNvPr id="719" name="Google Shape;719;p112"/>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72</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c1</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c2</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33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c3</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graphicFrame>
        <p:nvGraphicFramePr>
          <p:cNvPr id="724" name="Google Shape;724;p113"/>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1700">
                          <a:solidFill>
                            <a:srgbClr val="FFFFFF"/>
                          </a:solidFill>
                          <a:latin typeface="Consolas"/>
                          <a:ea typeface="Consolas"/>
                          <a:cs typeface="Consolas"/>
                          <a:sym typeface="Consolas"/>
                        </a:rPr>
                        <a:t>01001000</a:t>
                      </a:r>
                      <a:endParaRPr sz="17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c1</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rgbClr val="FFFFFF"/>
                          </a:solidFill>
                          <a:latin typeface="Consolas"/>
                          <a:ea typeface="Consolas"/>
                          <a:cs typeface="Consolas"/>
                          <a:sym typeface="Consolas"/>
                        </a:rPr>
                        <a:t>01001001</a:t>
                      </a:r>
                      <a:endParaRPr sz="17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c2</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rgbClr val="FFFFFF"/>
                          </a:solidFill>
                          <a:latin typeface="Consolas"/>
                          <a:ea typeface="Consolas"/>
                          <a:cs typeface="Consolas"/>
                          <a:sym typeface="Consolas"/>
                        </a:rPr>
                        <a:t>00100001</a:t>
                      </a:r>
                      <a:endParaRPr sz="17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c3</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1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string</a:t>
            </a:r>
            <a:endParaRPr>
              <a:latin typeface="Consolas"/>
              <a:ea typeface="Consolas"/>
              <a:cs typeface="Consolas"/>
              <a:sym typeface="Consola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15"/>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solidFill>
                  <a:srgbClr val="FFFFFF"/>
                </a:solidFill>
                <a:latin typeface="Consolas"/>
                <a:ea typeface="Consolas"/>
                <a:cs typeface="Consolas"/>
                <a:sym typeface="Consolas"/>
              </a:rPr>
              <a:t>string s = "HI!";</a:t>
            </a:r>
            <a:endParaRPr>
              <a:solidFill>
                <a:srgbClr val="FFFFFF"/>
              </a:solidFill>
              <a:latin typeface="Consolas"/>
              <a:ea typeface="Consolas"/>
              <a:cs typeface="Consolas"/>
              <a:sym typeface="Consola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graphicFrame>
        <p:nvGraphicFramePr>
          <p:cNvPr id="739" name="Google Shape;739;p116"/>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t/>
                      </a:r>
                      <a:endParaRPr sz="4800">
                        <a:solidFill>
                          <a:srgbClr val="FFFFFF"/>
                        </a:solidFill>
                        <a:latin typeface="Consolas"/>
                        <a:ea typeface="Consolas"/>
                        <a:cs typeface="Consolas"/>
                        <a:sym typeface="Consolas"/>
                      </a:endParaRPr>
                    </a:p>
                  </a:txBody>
                  <a:tcPr marT="91425" marB="91425" marR="91425" marL="91425" anchor="ctr">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graphicFrame>
        <p:nvGraphicFramePr>
          <p:cNvPr id="744" name="Google Shape;744;p117"/>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graphicFrame>
        <p:nvGraphicFramePr>
          <p:cNvPr id="749" name="Google Shape;749;p118"/>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s[0]</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s[1]</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graphicFrame>
        <p:nvGraphicFramePr>
          <p:cNvPr id="754" name="Google Shape;754;p119"/>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s[0]</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s[1]</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1700">
                          <a:solidFill>
                            <a:srgbClr val="FFFFFF"/>
                          </a:solidFill>
                          <a:latin typeface="Consolas"/>
                          <a:ea typeface="Consolas"/>
                          <a:cs typeface="Consolas"/>
                          <a:sym typeface="Consolas"/>
                        </a:rPr>
                        <a:t>00000000</a:t>
                      </a:r>
                      <a:endParaRPr sz="17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s[3]</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graphicFrame>
        <p:nvGraphicFramePr>
          <p:cNvPr id="759" name="Google Shape;759;p120"/>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s[0]</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s[1]</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s[3]</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graphicFrame>
        <p:nvGraphicFramePr>
          <p:cNvPr id="764" name="Google Shape;764;p121"/>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s[0]</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s[1]</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s[3]</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graphicFrame>
        <p:nvGraphicFramePr>
          <p:cNvPr id="769" name="Google Shape;769;p122"/>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72</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s[0]</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73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s[1]</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33</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s[3]</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graphicFrame>
        <p:nvGraphicFramePr>
          <p:cNvPr id="774" name="Google Shape;774;p123"/>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\0</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2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NUL</a:t>
            </a:r>
            <a:endParaRPr>
              <a:latin typeface="Consolas"/>
              <a:ea typeface="Consolas"/>
              <a:cs typeface="Consolas"/>
              <a:sym typeface="Consola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pic>
        <p:nvPicPr>
          <p:cNvPr id="784" name="Google Shape;784;p125"/>
          <p:cNvPicPr preferRelativeResize="0"/>
          <p:nvPr/>
        </p:nvPicPr>
        <p:blipFill>
          <a:blip r:embed="rId3">
            <a:alphaModFix/>
          </a:blip>
          <a:stretch>
            <a:fillRect/>
          </a:stretch>
        </p:blipFill>
        <p:spPr>
          <a:xfrm>
            <a:off x="348375" y="728387"/>
            <a:ext cx="8447252" cy="368672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pic>
        <p:nvPicPr>
          <p:cNvPr id="789" name="Google Shape;789;p126"/>
          <p:cNvPicPr preferRelativeResize="0"/>
          <p:nvPr/>
        </p:nvPicPr>
        <p:blipFill>
          <a:blip r:embed="rId3">
            <a:alphaModFix/>
          </a:blip>
          <a:stretch>
            <a:fillRect/>
          </a:stretch>
        </p:blipFill>
        <p:spPr>
          <a:xfrm>
            <a:off x="348375" y="728387"/>
            <a:ext cx="8447252" cy="3686724"/>
          </a:xfrm>
          <a:prstGeom prst="rect">
            <a:avLst/>
          </a:prstGeom>
          <a:noFill/>
          <a:ln>
            <a:noFill/>
          </a:ln>
        </p:spPr>
      </p:pic>
      <p:sp>
        <p:nvSpPr>
          <p:cNvPr id="790" name="Google Shape;790;p126"/>
          <p:cNvSpPr/>
          <p:nvPr/>
        </p:nvSpPr>
        <p:spPr>
          <a:xfrm>
            <a:off x="1333500" y="0"/>
            <a:ext cx="78108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27"/>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string s = "HI!";</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string t = "BYE!";</a:t>
            </a:r>
            <a:endParaRPr>
              <a:solidFill>
                <a:srgbClr val="FFFFFF"/>
              </a:solidFill>
              <a:latin typeface="Consolas"/>
              <a:ea typeface="Consolas"/>
              <a:cs typeface="Consolas"/>
              <a:sym typeface="Consolas"/>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graphicFrame>
        <p:nvGraphicFramePr>
          <p:cNvPr id="800" name="Google Shape;800;p128"/>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graphicFrame>
        <p:nvGraphicFramePr>
          <p:cNvPr id="805" name="Google Shape;805;p129"/>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\0</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graphicFrame>
        <p:nvGraphicFramePr>
          <p:cNvPr id="810" name="Google Shape;810;p130"/>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s</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\0</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B</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t</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Y</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E</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graphicFrame>
        <p:nvGraphicFramePr>
          <p:cNvPr id="815" name="Google Shape;815;p131"/>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H</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s[0]</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I</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s[1]</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s[3]</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B</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t[0]</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Y</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t[1]</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E</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t[2]</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t[3]</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t[4]</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32"/>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string words[2];</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words</a:t>
            </a:r>
            <a:r>
              <a:rPr lang="en">
                <a:solidFill>
                  <a:srgbClr val="FFFFFF"/>
                </a:solidFill>
                <a:latin typeface="Consolas"/>
                <a:ea typeface="Consolas"/>
                <a:cs typeface="Consolas"/>
                <a:sym typeface="Consolas"/>
              </a:rPr>
              <a:t>[0]</a:t>
            </a:r>
            <a:r>
              <a:rPr lang="en">
                <a:solidFill>
                  <a:srgbClr val="FFFFFF"/>
                </a:solidFill>
                <a:latin typeface="Consolas"/>
                <a:ea typeface="Consolas"/>
                <a:cs typeface="Consolas"/>
                <a:sym typeface="Consolas"/>
              </a:rPr>
              <a:t> = "HI!";</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words[1]</a:t>
            </a:r>
            <a:r>
              <a:rPr lang="en">
                <a:solidFill>
                  <a:schemeClr val="dk1"/>
                </a:solidFill>
                <a:latin typeface="Consolas"/>
                <a:ea typeface="Consolas"/>
                <a:cs typeface="Consolas"/>
                <a:sym typeface="Consolas"/>
              </a:rPr>
              <a:t> = "BYE!";</a:t>
            </a:r>
            <a:endParaRPr>
              <a:solidFill>
                <a:schemeClr val="dk1"/>
              </a:solidFill>
              <a:latin typeface="Consolas"/>
              <a:ea typeface="Consolas"/>
              <a:cs typeface="Consolas"/>
              <a:sym typeface="Consolas"/>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graphicFrame>
        <p:nvGraphicFramePr>
          <p:cNvPr id="825" name="Google Shape;825;p133"/>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H</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words[0]</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I</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\0</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B</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rgbClr val="FFFFFF"/>
                          </a:solidFill>
                          <a:latin typeface="Consolas"/>
                          <a:ea typeface="Consolas"/>
                          <a:cs typeface="Consolas"/>
                          <a:sym typeface="Consolas"/>
                        </a:rPr>
                        <a:t>words[1]</a:t>
                      </a:r>
                      <a:endParaRPr>
                        <a:solidFill>
                          <a:srgbClr val="FFFFFF"/>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Y</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E</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rPr lang="en">
                          <a:solidFill>
                            <a:schemeClr val="dk1"/>
                          </a:solidFill>
                          <a:latin typeface="Consolas"/>
                          <a:ea typeface="Consolas"/>
                          <a:cs typeface="Consolas"/>
                          <a:sym typeface="Consolas"/>
                        </a:rPr>
                        <a:t> </a:t>
                      </a:r>
                      <a:endParaRPr sz="4800">
                        <a:solidFill>
                          <a:srgbClr val="FFFFFF"/>
                        </a:solidFill>
                        <a:latin typeface="Consolas"/>
                        <a:ea typeface="Consolas"/>
                        <a:cs typeface="Consolas"/>
                        <a:sym typeface="Consolas"/>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rgbClr val="FFFFFF"/>
                          </a:solidFill>
                          <a:latin typeface="Consolas"/>
                          <a:ea typeface="Consolas"/>
                          <a:cs typeface="Consolas"/>
                          <a:sym typeface="Consolas"/>
                        </a:rPr>
                        <a:t>!</a:t>
                      </a:r>
                      <a:endParaRPr sz="4800">
                        <a:solidFill>
                          <a:srgbClr val="FFFFFF"/>
                        </a:solidFill>
                        <a:latin typeface="Consolas"/>
                        <a:ea typeface="Consolas"/>
                        <a:cs typeface="Consolas"/>
                        <a:sym typeface="Consolas"/>
                      </a:endParaRPr>
                    </a:p>
                    <a:p>
                      <a:pPr indent="0" lvl="0" marL="0" rtl="0" algn="ctr">
                        <a:spcBef>
                          <a:spcPts val="0"/>
                        </a:spcBef>
                        <a:spcAft>
                          <a:spcPts val="0"/>
                        </a:spcAft>
                        <a:buNone/>
                      </a:pPr>
                      <a:r>
                        <a:t/>
                      </a:r>
                      <a:endParaRPr/>
                    </a:p>
                  </a:txBody>
                  <a:tcPr marT="91425" marB="91425" marR="91425" marL="91425" anchor="b">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 </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graphicFrame>
        <p:nvGraphicFramePr>
          <p:cNvPr id="830" name="Google Shape;830;p134"/>
          <p:cNvGraphicFramePr/>
          <p:nvPr/>
        </p:nvGraphicFramePr>
        <p:xfrm>
          <a:off x="0" y="-50"/>
          <a:ext cx="3000000" cy="3000000"/>
        </p:xfrm>
        <a:graphic>
          <a:graphicData uri="http://schemas.openxmlformats.org/drawingml/2006/table">
            <a:tbl>
              <a:tblPr>
                <a:noFill/>
                <a:tableStyleId>{28021128-C485-40F1-B8B9-3287DDD17892}</a:tableStyleId>
              </a:tblPr>
              <a:tblGrid>
                <a:gridCol w="1143000"/>
                <a:gridCol w="1143000"/>
                <a:gridCol w="1143000"/>
                <a:gridCol w="1143000"/>
                <a:gridCol w="1143000"/>
                <a:gridCol w="1143000"/>
                <a:gridCol w="1143000"/>
                <a:gridCol w="1143000"/>
              </a:tblGrid>
              <a:tr h="1143000">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H</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a:t>
                      </a:r>
                      <a:r>
                        <a:rPr lang="en" sz="1200">
                          <a:solidFill>
                            <a:schemeClr val="dk1"/>
                          </a:solidFill>
                          <a:latin typeface="Consolas"/>
                          <a:ea typeface="Consolas"/>
                          <a:cs typeface="Consolas"/>
                          <a:sym typeface="Consolas"/>
                        </a:rPr>
                        <a:t>[0][0]</a:t>
                      </a:r>
                      <a:endParaRPr sz="1200"/>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I</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words[0][1]</a:t>
                      </a:r>
                      <a:endParaRPr sz="1200"/>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words[0][2]</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words[0][3]</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B</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words[1][0]</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Y</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words[1][1]</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E</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words[1][2]</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words[1][3]</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ctr">
                        <a:spcBef>
                          <a:spcPts val="0"/>
                        </a:spcBef>
                        <a:spcAft>
                          <a:spcPts val="0"/>
                        </a:spcAft>
                        <a:buNone/>
                      </a:pPr>
                      <a:r>
                        <a:rPr lang="en" sz="4800">
                          <a:solidFill>
                            <a:schemeClr val="dk1"/>
                          </a:solidFill>
                          <a:latin typeface="Consolas"/>
                          <a:ea typeface="Consolas"/>
                          <a:cs typeface="Consolas"/>
                          <a:sym typeface="Consolas"/>
                        </a:rPr>
                        <a:t>\0</a:t>
                      </a:r>
                      <a:endParaRPr sz="4800">
                        <a:solidFill>
                          <a:schemeClr val="dk1"/>
                        </a:solidFill>
                        <a:latin typeface="Consolas"/>
                        <a:ea typeface="Consolas"/>
                        <a:cs typeface="Consolas"/>
                        <a:sym typeface="Consolas"/>
                      </a:endParaRPr>
                    </a:p>
                    <a:p>
                      <a:pPr indent="0" lvl="0" marL="0" rtl="0" algn="ctr">
                        <a:spcBef>
                          <a:spcPts val="0"/>
                        </a:spcBef>
                        <a:spcAft>
                          <a:spcPts val="0"/>
                        </a:spcAft>
                        <a:buNone/>
                      </a:pPr>
                      <a:r>
                        <a:rPr lang="en" sz="1200">
                          <a:solidFill>
                            <a:schemeClr val="dk1"/>
                          </a:solidFill>
                          <a:latin typeface="Consolas"/>
                          <a:ea typeface="Consolas"/>
                          <a:cs typeface="Consolas"/>
                          <a:sym typeface="Consolas"/>
                        </a:rPr>
                        <a:t>words[1][4]</a:t>
                      </a:r>
                      <a:endParaRPr sz="4800">
                        <a:solidFill>
                          <a:schemeClr val="dk1"/>
                        </a:solidFill>
                        <a:latin typeface="Consolas"/>
                        <a:ea typeface="Consolas"/>
                        <a:cs typeface="Consolas"/>
                        <a:sym typeface="Consolas"/>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nchor="b">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r h="1143000">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FFFF00"/>
                      </a:solidFill>
                      <a:prstDash val="solid"/>
                      <a:round/>
                      <a:headEnd len="sm" w="sm" type="none"/>
                      <a:tailEnd len="sm" w="sm" type="none"/>
                    </a:lnL>
                    <a:lnR cap="flat" cmpd="sng" w="38100">
                      <a:solidFill>
                        <a:srgbClr val="FFFF00"/>
                      </a:solidFill>
                      <a:prstDash val="solid"/>
                      <a:round/>
                      <a:headEnd len="sm" w="sm" type="none"/>
                      <a:tailEnd len="sm" w="sm" type="none"/>
                    </a:lnR>
                    <a:lnT cap="flat" cmpd="sng" w="38100">
                      <a:solidFill>
                        <a:srgbClr val="FFFF00"/>
                      </a:solidFill>
                      <a:prstDash val="solid"/>
                      <a:round/>
                      <a:headEnd len="sm" w="sm" type="none"/>
                      <a:tailEnd len="sm" w="sm" type="none"/>
                    </a:lnT>
                    <a:lnB cap="flat" cmpd="sng" w="38100">
                      <a:solidFill>
                        <a:srgbClr val="FFFF00"/>
                      </a:solidFill>
                      <a:prstDash val="solid"/>
                      <a:round/>
                      <a:headEnd len="sm" w="sm" type="none"/>
                      <a:tailEnd len="sm" w="sm" type="none"/>
                    </a:lnB>
                  </a:tcPr>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string</a:t>
            </a:r>
            <a:endParaRPr>
              <a:latin typeface="Consolas"/>
              <a:ea typeface="Consolas"/>
              <a:cs typeface="Consolas"/>
              <a:sym typeface="Consola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3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string.h</a:t>
            </a:r>
            <a:endParaRPr>
              <a:latin typeface="Consolas"/>
              <a:ea typeface="Consolas"/>
              <a:cs typeface="Consolas"/>
              <a:sym typeface="Consola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uFill>
                  <a:noFill/>
                </a:uFill>
                <a:hlinkClick r:id="rId3"/>
              </a:rPr>
              <a:t>manual.cs50.io/#string.h</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strlen</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3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ctype</a:t>
            </a:r>
            <a:r>
              <a:rPr lang="en">
                <a:latin typeface="Consolas"/>
                <a:ea typeface="Consolas"/>
                <a:cs typeface="Consolas"/>
                <a:sym typeface="Consolas"/>
              </a:rPr>
              <a:t>.h</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uFill>
                  <a:noFill/>
                </a:uFill>
                <a:hlinkClick r:id="rId3"/>
              </a:rPr>
              <a:t>manual.cs50.io/#ctype.h</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pic>
        <p:nvPicPr>
          <p:cNvPr id="865" name="Google Shape;865;p141"/>
          <p:cNvPicPr preferRelativeResize="0"/>
          <p:nvPr/>
        </p:nvPicPr>
        <p:blipFill>
          <a:blip r:embed="rId3">
            <a:alphaModFix/>
          </a:blip>
          <a:stretch>
            <a:fillRect/>
          </a:stretch>
        </p:blipFill>
        <p:spPr>
          <a:xfrm>
            <a:off x="348375" y="728387"/>
            <a:ext cx="8447252" cy="368672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p142"/>
          <p:cNvPicPr preferRelativeResize="0"/>
          <p:nvPr/>
        </p:nvPicPr>
        <p:blipFill>
          <a:blip r:embed="rId3">
            <a:alphaModFix/>
          </a:blip>
          <a:stretch>
            <a:fillRect/>
          </a:stretch>
        </p:blipFill>
        <p:spPr>
          <a:xfrm>
            <a:off x="348375" y="728387"/>
            <a:ext cx="8447252" cy="3686724"/>
          </a:xfrm>
          <a:prstGeom prst="rect">
            <a:avLst/>
          </a:prstGeom>
          <a:noFill/>
          <a:ln>
            <a:noFill/>
          </a:ln>
        </p:spPr>
      </p:pic>
      <p:sp>
        <p:nvSpPr>
          <p:cNvPr id="871" name="Google Shape;871;p142"/>
          <p:cNvSpPr/>
          <p:nvPr/>
        </p:nvSpPr>
        <p:spPr>
          <a:xfrm>
            <a:off x="300" y="0"/>
            <a:ext cx="42360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42"/>
          <p:cNvSpPr/>
          <p:nvPr/>
        </p:nvSpPr>
        <p:spPr>
          <a:xfrm>
            <a:off x="7450275" y="0"/>
            <a:ext cx="16938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42"/>
          <p:cNvSpPr/>
          <p:nvPr/>
        </p:nvSpPr>
        <p:spPr>
          <a:xfrm>
            <a:off x="5333975" y="0"/>
            <a:ext cx="10185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4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main</a:t>
            </a:r>
            <a:endParaRPr>
              <a:latin typeface="Consolas"/>
              <a:ea typeface="Consolas"/>
              <a:cs typeface="Consolas"/>
              <a:sym typeface="Consola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44"/>
          <p:cNvSpPr txBox="1"/>
          <p:nvPr>
            <p:ph idx="1" type="body"/>
          </p:nvPr>
        </p:nvSpPr>
        <p:spPr>
          <a:xfrm>
            <a:off x="2008650" y="1350150"/>
            <a:ext cx="5126700" cy="244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main(void)</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45"/>
          <p:cNvSpPr txBox="1"/>
          <p:nvPr>
            <p:ph idx="1" type="body"/>
          </p:nvPr>
        </p:nvSpPr>
        <p:spPr>
          <a:xfrm>
            <a:off x="2008650" y="1350150"/>
            <a:ext cx="5126700" cy="244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a:t>
            </a:r>
            <a:r>
              <a:rPr lang="en">
                <a:solidFill>
                  <a:srgbClr val="000000"/>
                </a:solidFill>
                <a:highlight>
                  <a:schemeClr val="dk1"/>
                </a:highlight>
                <a:latin typeface="Consolas"/>
                <a:ea typeface="Consolas"/>
                <a:cs typeface="Consolas"/>
                <a:sym typeface="Consolas"/>
              </a:rPr>
              <a:t>void</a:t>
            </a:r>
            <a:r>
              <a:rPr lang="en">
                <a:solidFill>
                  <a:srgbClr val="FFFFFF"/>
                </a:solidFill>
                <a:latin typeface="Consolas"/>
                <a:ea typeface="Consolas"/>
                <a:cs typeface="Consolas"/>
                <a:sym typeface="Consolas"/>
              </a:rPr>
              <a:t>)</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46"/>
          <p:cNvSpPr txBox="1"/>
          <p:nvPr>
            <p:ph idx="1" type="body"/>
          </p:nvPr>
        </p:nvSpPr>
        <p:spPr>
          <a:xfrm>
            <a:off x="2008650" y="1350150"/>
            <a:ext cx="5126700" cy="244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a:t>
            </a:r>
            <a:r>
              <a:rPr lang="en">
                <a:solidFill>
                  <a:srgbClr val="000000"/>
                </a:solidFill>
                <a:highlight>
                  <a:schemeClr val="dk1"/>
                </a:highlight>
                <a:latin typeface="Consolas"/>
                <a:ea typeface="Consolas"/>
                <a:cs typeface="Consolas"/>
                <a:sym typeface="Consolas"/>
              </a:rPr>
              <a:t>int argc, string argv[]</a:t>
            </a:r>
            <a:r>
              <a:rPr lang="en">
                <a:solidFill>
                  <a:srgbClr val="FFFFFF"/>
                </a:solidFill>
                <a:latin typeface="Consolas"/>
                <a:ea typeface="Consolas"/>
                <a:cs typeface="Consolas"/>
                <a:sym typeface="Consolas"/>
              </a:rPr>
              <a:t>)</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latin typeface="Consolas"/>
              <a:ea typeface="Consolas"/>
              <a:cs typeface="Consolas"/>
              <a:sym typeface="Consola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7" name="Shape 897"/>
        <p:cNvGrpSpPr/>
        <p:nvPr/>
      </p:nvGrpSpPr>
      <p:grpSpPr>
        <a:xfrm>
          <a:off x="0" y="0"/>
          <a:ext cx="0" cy="0"/>
          <a:chOff x="0" y="0"/>
          <a:chExt cx="0" cy="0"/>
        </a:xfrm>
      </p:grpSpPr>
      <p:sp>
        <p:nvSpPr>
          <p:cNvPr id="898" name="Google Shape;898;p1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ASCII art</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4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cowsay</a:t>
            </a:r>
            <a:endParaRPr>
              <a:latin typeface="Consolas"/>
              <a:ea typeface="Consolas"/>
              <a:cs typeface="Consolas"/>
              <a:sym typeface="Consola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4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exit status</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pic>
        <p:nvPicPr>
          <p:cNvPr id="913" name="Google Shape;913;p150"/>
          <p:cNvPicPr preferRelativeResize="0"/>
          <p:nvPr/>
        </p:nvPicPr>
        <p:blipFill>
          <a:blip r:embed="rId3">
            <a:alphaModFix/>
          </a:blip>
          <a:stretch>
            <a:fillRect/>
          </a:stretch>
        </p:blipFill>
        <p:spPr>
          <a:xfrm>
            <a:off x="1893900" y="152400"/>
            <a:ext cx="5356208" cy="48387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pic>
        <p:nvPicPr>
          <p:cNvPr id="918" name="Google Shape;918;p151"/>
          <p:cNvPicPr preferRelativeResize="0"/>
          <p:nvPr/>
        </p:nvPicPr>
        <p:blipFill>
          <a:blip r:embed="rId3">
            <a:alphaModFix/>
          </a:blip>
          <a:stretch>
            <a:fillRect/>
          </a:stretch>
        </p:blipFill>
        <p:spPr>
          <a:xfrm>
            <a:off x="0" y="772425"/>
            <a:ext cx="9143997" cy="3598655"/>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52"/>
          <p:cNvSpPr txBox="1"/>
          <p:nvPr>
            <p:ph idx="1" type="body"/>
          </p:nvPr>
        </p:nvSpPr>
        <p:spPr>
          <a:xfrm>
            <a:off x="2008650" y="1350150"/>
            <a:ext cx="5126700" cy="244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int main(int argc, string argv[])</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53"/>
          <p:cNvSpPr txBox="1"/>
          <p:nvPr>
            <p:ph idx="1" type="body"/>
          </p:nvPr>
        </p:nvSpPr>
        <p:spPr>
          <a:xfrm>
            <a:off x="2008650" y="1350150"/>
            <a:ext cx="5126700" cy="244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#include &lt;stdio.h&gt;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int</a:t>
            </a:r>
            <a:r>
              <a:rPr lang="en">
                <a:solidFill>
                  <a:srgbClr val="FFFFFF"/>
                </a:solidFill>
                <a:latin typeface="Consolas"/>
                <a:ea typeface="Consolas"/>
                <a:cs typeface="Consolas"/>
                <a:sym typeface="Consolas"/>
              </a:rPr>
              <a:t> main(int argc, string argv[])</a:t>
            </a:r>
            <a:br>
              <a:rPr lang="en">
                <a:solidFill>
                  <a:srgbClr val="FFFFFF"/>
                </a:solidFill>
                <a:latin typeface="Consolas"/>
                <a:ea typeface="Consolas"/>
                <a:cs typeface="Consolas"/>
                <a:sym typeface="Consolas"/>
              </a:rPr>
            </a:b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endParaRPr>
              <a:solidFill>
                <a:srgbClr val="FFFFFF"/>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154"/>
          <p:cNvSpPr txBox="1"/>
          <p:nvPr>
            <p:ph idx="1" type="body"/>
          </p:nvPr>
        </p:nvSpPr>
        <p:spPr>
          <a:xfrm>
            <a:off x="2008650" y="1350150"/>
            <a:ext cx="5126700" cy="244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000000"/>
                </a:solidFill>
                <a:highlight>
                  <a:schemeClr val="dk1"/>
                </a:highlight>
                <a:latin typeface="Consolas"/>
                <a:ea typeface="Consolas"/>
                <a:cs typeface="Consolas"/>
                <a:sym typeface="Consolas"/>
              </a:rPr>
              <a:t>int</a:t>
            </a:r>
            <a:r>
              <a:rPr lang="en">
                <a:solidFill>
                  <a:schemeClr val="dk1"/>
                </a:solidFill>
                <a:latin typeface="Consolas"/>
                <a:ea typeface="Consolas"/>
                <a:cs typeface="Consolas"/>
                <a:sym typeface="Consolas"/>
              </a:rPr>
              <a: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5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echo $?</a:t>
            </a:r>
            <a:endParaRPr>
              <a:latin typeface="Consolas"/>
              <a:ea typeface="Consolas"/>
              <a:cs typeface="Consolas"/>
              <a:sym typeface="Consola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cryptography</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5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encryption</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158"/>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58"/>
          <p:cNvSpPr txBox="1"/>
          <p:nvPr/>
        </p:nvSpPr>
        <p:spPr>
          <a:xfrm>
            <a:off x="1283157" y="2195550"/>
            <a:ext cx="19263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input →  </a:t>
            </a:r>
            <a:endParaRPr sz="3600">
              <a:solidFill>
                <a:srgbClr val="FFFFFF"/>
              </a:solidFill>
            </a:endParaRPr>
          </a:p>
        </p:txBody>
      </p:sp>
      <p:sp>
        <p:nvSpPr>
          <p:cNvPr id="955" name="Google Shape;955;p158"/>
          <p:cNvSpPr txBox="1"/>
          <p:nvPr/>
        </p:nvSpPr>
        <p:spPr>
          <a:xfrm>
            <a:off x="5886057" y="2195550"/>
            <a:ext cx="222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59"/>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59"/>
          <p:cNvSpPr txBox="1"/>
          <p:nvPr/>
        </p:nvSpPr>
        <p:spPr>
          <a:xfrm>
            <a:off x="201896" y="21955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plaintext →  </a:t>
            </a:r>
            <a:endParaRPr sz="3600">
              <a:solidFill>
                <a:srgbClr val="FFFFFF"/>
              </a:solidFill>
            </a:endParaRPr>
          </a:p>
        </p:txBody>
      </p:sp>
      <p:sp>
        <p:nvSpPr>
          <p:cNvPr id="962" name="Google Shape;962;p159"/>
          <p:cNvSpPr txBox="1"/>
          <p:nvPr/>
        </p:nvSpPr>
        <p:spPr>
          <a:xfrm>
            <a:off x="5886048" y="2195550"/>
            <a:ext cx="2901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ciphertext</a:t>
            </a:r>
            <a:endParaRPr sz="3600">
              <a:solidFill>
                <a:srgbClr val="FFFFFF"/>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0"/>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60"/>
          <p:cNvSpPr txBox="1"/>
          <p:nvPr/>
        </p:nvSpPr>
        <p:spPr>
          <a:xfrm>
            <a:off x="201896" y="21955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plaintext →  </a:t>
            </a:r>
            <a:endParaRPr sz="3600">
              <a:solidFill>
                <a:srgbClr val="FFFFFF"/>
              </a:solidFill>
            </a:endParaRPr>
          </a:p>
        </p:txBody>
      </p:sp>
      <p:sp>
        <p:nvSpPr>
          <p:cNvPr id="969" name="Google Shape;969;p160"/>
          <p:cNvSpPr txBox="1"/>
          <p:nvPr/>
        </p:nvSpPr>
        <p:spPr>
          <a:xfrm>
            <a:off x="5886048" y="2195550"/>
            <a:ext cx="2901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ciphertext</a:t>
            </a:r>
            <a:endParaRPr sz="3600">
              <a:solidFill>
                <a:srgbClr val="FFFFFF"/>
              </a:solidFill>
            </a:endParaRPr>
          </a:p>
        </p:txBody>
      </p:sp>
      <p:sp>
        <p:nvSpPr>
          <p:cNvPr id="970" name="Google Shape;970;p16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cipher</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16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cipher</a:t>
            </a:r>
            <a:endParaRPr/>
          </a:p>
        </p:txBody>
      </p:sp>
      <p:sp>
        <p:nvSpPr>
          <p:cNvPr id="976" name="Google Shape;976;p161"/>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61"/>
          <p:cNvSpPr txBox="1"/>
          <p:nvPr/>
        </p:nvSpPr>
        <p:spPr>
          <a:xfrm>
            <a:off x="201896" y="21955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plaintext</a:t>
            </a:r>
            <a:r>
              <a:rPr lang="en" sz="3600">
                <a:solidFill>
                  <a:srgbClr val="FFFFFF"/>
                </a:solidFill>
              </a:rPr>
              <a:t> →  </a:t>
            </a:r>
            <a:endParaRPr sz="3600">
              <a:solidFill>
                <a:srgbClr val="FFFFFF"/>
              </a:solidFill>
            </a:endParaRPr>
          </a:p>
        </p:txBody>
      </p:sp>
      <p:sp>
        <p:nvSpPr>
          <p:cNvPr id="978" name="Google Shape;978;p161"/>
          <p:cNvSpPr txBox="1"/>
          <p:nvPr/>
        </p:nvSpPr>
        <p:spPr>
          <a:xfrm>
            <a:off x="5886048" y="2195550"/>
            <a:ext cx="2901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ciphertext</a:t>
            </a:r>
            <a:endParaRPr sz="3600">
              <a:solidFill>
                <a:srgbClr val="FFFFFF"/>
              </a:solidFill>
            </a:endParaRPr>
          </a:p>
        </p:txBody>
      </p:sp>
      <p:sp>
        <p:nvSpPr>
          <p:cNvPr id="979" name="Google Shape;979;p161"/>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key →  </a:t>
            </a:r>
            <a:endParaRPr sz="3600">
              <a:solidFill>
                <a:srgbClr val="FFFFFF"/>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62"/>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62"/>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HI!</a:t>
            </a:r>
            <a:r>
              <a:rPr lang="en" sz="3400">
                <a:solidFill>
                  <a:srgbClr val="FFFFFF"/>
                </a:solidFill>
              </a:rPr>
              <a:t> →  </a:t>
            </a:r>
            <a:endParaRPr sz="3400">
              <a:solidFill>
                <a:srgbClr val="FFFFFF"/>
              </a:solidFill>
            </a:endParaRPr>
          </a:p>
        </p:txBody>
      </p:sp>
      <p:sp>
        <p:nvSpPr>
          <p:cNvPr id="986" name="Google Shape;986;p162"/>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1</a:t>
            </a:r>
            <a:r>
              <a:rPr lang="en" sz="3600">
                <a:solidFill>
                  <a:srgbClr val="FFFFFF"/>
                </a:solidFill>
              </a:rPr>
              <a:t> →  </a:t>
            </a:r>
            <a:endParaRPr sz="3600">
              <a:solidFill>
                <a:srgbClr val="FFFFFF"/>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63"/>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63"/>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HI!</a:t>
            </a:r>
            <a:r>
              <a:rPr lang="en" sz="3400">
                <a:solidFill>
                  <a:srgbClr val="FFFFFF"/>
                </a:solidFill>
              </a:rPr>
              <a:t> →  </a:t>
            </a:r>
            <a:endParaRPr sz="3400">
              <a:solidFill>
                <a:srgbClr val="FFFFFF"/>
              </a:solidFill>
            </a:endParaRPr>
          </a:p>
        </p:txBody>
      </p:sp>
      <p:sp>
        <p:nvSpPr>
          <p:cNvPr id="993" name="Google Shape;993;p163"/>
          <p:cNvSpPr txBox="1"/>
          <p:nvPr/>
        </p:nvSpPr>
        <p:spPr>
          <a:xfrm>
            <a:off x="5886050" y="2195550"/>
            <a:ext cx="32094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400">
                <a:solidFill>
                  <a:srgbClr val="FFFFFF"/>
                </a:solidFill>
                <a:latin typeface="Consolas"/>
                <a:ea typeface="Consolas"/>
                <a:cs typeface="Consolas"/>
                <a:sym typeface="Consolas"/>
              </a:rPr>
              <a:t>IJ!</a:t>
            </a:r>
            <a:endParaRPr sz="2400">
              <a:solidFill>
                <a:srgbClr val="FFFFFF"/>
              </a:solidFill>
              <a:latin typeface="Consolas"/>
              <a:ea typeface="Consolas"/>
              <a:cs typeface="Consolas"/>
              <a:sym typeface="Consolas"/>
            </a:endParaRPr>
          </a:p>
        </p:txBody>
      </p:sp>
      <p:sp>
        <p:nvSpPr>
          <p:cNvPr id="994" name="Google Shape;994;p163"/>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1</a:t>
            </a:r>
            <a:r>
              <a:rPr lang="en" sz="3600">
                <a:solidFill>
                  <a:srgbClr val="FFFFFF"/>
                </a:solidFill>
              </a:rPr>
              <a:t> →  </a:t>
            </a:r>
            <a:endParaRPr sz="3600">
              <a:solidFill>
                <a:srgbClr val="FFFFFF"/>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64"/>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64"/>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HI!</a:t>
            </a:r>
            <a:r>
              <a:rPr lang="en" sz="3400">
                <a:solidFill>
                  <a:srgbClr val="FFFFFF"/>
                </a:solidFill>
              </a:rPr>
              <a:t> →  </a:t>
            </a:r>
            <a:endParaRPr sz="3400">
              <a:solidFill>
                <a:srgbClr val="FFFFFF"/>
              </a:solidFill>
            </a:endParaRPr>
          </a:p>
        </p:txBody>
      </p:sp>
      <p:sp>
        <p:nvSpPr>
          <p:cNvPr id="1001" name="Google Shape;1001;p164"/>
          <p:cNvSpPr txBox="1"/>
          <p:nvPr/>
        </p:nvSpPr>
        <p:spPr>
          <a:xfrm>
            <a:off x="5886050" y="2195550"/>
            <a:ext cx="32094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400">
                <a:solidFill>
                  <a:srgbClr val="FFFFFF"/>
                </a:solidFill>
                <a:latin typeface="Consolas"/>
                <a:ea typeface="Consolas"/>
                <a:cs typeface="Consolas"/>
                <a:sym typeface="Consolas"/>
              </a:rPr>
              <a:t>UV!</a:t>
            </a:r>
            <a:endParaRPr sz="2400">
              <a:solidFill>
                <a:srgbClr val="FFFFFF"/>
              </a:solidFill>
              <a:latin typeface="Consolas"/>
              <a:ea typeface="Consolas"/>
              <a:cs typeface="Consolas"/>
              <a:sym typeface="Consolas"/>
            </a:endParaRPr>
          </a:p>
        </p:txBody>
      </p:sp>
      <p:sp>
        <p:nvSpPr>
          <p:cNvPr id="1002" name="Google Shape;1002;p164"/>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13</a:t>
            </a:r>
            <a:r>
              <a:rPr lang="en" sz="3600">
                <a:solidFill>
                  <a:srgbClr val="FFFFFF"/>
                </a:solidFill>
              </a:rPr>
              <a:t> →  </a:t>
            </a:r>
            <a:endParaRPr sz="3600">
              <a:solidFill>
                <a:srgbClr val="FFFFFF"/>
              </a:solidFill>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65"/>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65"/>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I LOVE YOU</a:t>
            </a:r>
            <a:r>
              <a:rPr lang="en" sz="3400">
                <a:solidFill>
                  <a:srgbClr val="FFFFFF"/>
                </a:solidFill>
              </a:rPr>
              <a:t> →  </a:t>
            </a:r>
            <a:endParaRPr sz="3400">
              <a:solidFill>
                <a:srgbClr val="FFFFFF"/>
              </a:solidFill>
            </a:endParaRPr>
          </a:p>
        </p:txBody>
      </p:sp>
      <p:sp>
        <p:nvSpPr>
          <p:cNvPr id="1009" name="Google Shape;1009;p165"/>
          <p:cNvSpPr txBox="1"/>
          <p:nvPr/>
        </p:nvSpPr>
        <p:spPr>
          <a:xfrm>
            <a:off x="5886050" y="2195550"/>
            <a:ext cx="32094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400">
                <a:solidFill>
                  <a:srgbClr val="FFFFFF"/>
                </a:solidFill>
                <a:latin typeface="Consolas"/>
                <a:ea typeface="Consolas"/>
                <a:cs typeface="Consolas"/>
                <a:sym typeface="Consolas"/>
              </a:rPr>
              <a:t>V YBIR LBH</a:t>
            </a:r>
            <a:endParaRPr sz="2400">
              <a:solidFill>
                <a:srgbClr val="FFFFFF"/>
              </a:solidFill>
              <a:latin typeface="Consolas"/>
              <a:ea typeface="Consolas"/>
              <a:cs typeface="Consolas"/>
              <a:sym typeface="Consolas"/>
            </a:endParaRPr>
          </a:p>
        </p:txBody>
      </p:sp>
      <p:sp>
        <p:nvSpPr>
          <p:cNvPr id="1010" name="Google Shape;1010;p165"/>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13</a:t>
            </a:r>
            <a:r>
              <a:rPr lang="en" sz="3600">
                <a:solidFill>
                  <a:srgbClr val="FFFFFF"/>
                </a:solidFill>
              </a:rPr>
              <a:t> →  </a:t>
            </a:r>
            <a:endParaRPr sz="3600">
              <a:solidFill>
                <a:srgbClr val="FFFFFF"/>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166"/>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66"/>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I LOVE YOU</a:t>
            </a:r>
            <a:r>
              <a:rPr lang="en" sz="3400">
                <a:solidFill>
                  <a:srgbClr val="FFFFFF"/>
                </a:solidFill>
              </a:rPr>
              <a:t> →  </a:t>
            </a:r>
            <a:endParaRPr sz="3400">
              <a:solidFill>
                <a:srgbClr val="FFFFFF"/>
              </a:solidFill>
            </a:endParaRPr>
          </a:p>
        </p:txBody>
      </p:sp>
      <p:sp>
        <p:nvSpPr>
          <p:cNvPr id="1017" name="Google Shape;1017;p166"/>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26</a:t>
            </a:r>
            <a:r>
              <a:rPr lang="en" sz="3600">
                <a:solidFill>
                  <a:srgbClr val="FFFFFF"/>
                </a:solidFill>
              </a:rPr>
              <a:t> →  </a:t>
            </a:r>
            <a:endParaRPr sz="3600">
              <a:solidFill>
                <a:srgbClr val="FFFFFF"/>
              </a:solidFill>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67"/>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67"/>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I LOVE YOU</a:t>
            </a:r>
            <a:r>
              <a:rPr lang="en" sz="3400">
                <a:solidFill>
                  <a:srgbClr val="FFFFFF"/>
                </a:solidFill>
              </a:rPr>
              <a:t> →  </a:t>
            </a:r>
            <a:endParaRPr sz="3400">
              <a:solidFill>
                <a:srgbClr val="FFFFFF"/>
              </a:solidFill>
            </a:endParaRPr>
          </a:p>
        </p:txBody>
      </p:sp>
      <p:sp>
        <p:nvSpPr>
          <p:cNvPr id="1024" name="Google Shape;1024;p167"/>
          <p:cNvSpPr txBox="1"/>
          <p:nvPr/>
        </p:nvSpPr>
        <p:spPr>
          <a:xfrm>
            <a:off x="5886050" y="2195550"/>
            <a:ext cx="32094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400">
                <a:solidFill>
                  <a:srgbClr val="FFFFFF"/>
                </a:solidFill>
                <a:latin typeface="Consolas"/>
                <a:ea typeface="Consolas"/>
                <a:cs typeface="Consolas"/>
                <a:sym typeface="Consolas"/>
              </a:rPr>
              <a:t>I LOVE YOU</a:t>
            </a:r>
            <a:endParaRPr sz="2400">
              <a:solidFill>
                <a:srgbClr val="FFFFFF"/>
              </a:solidFill>
              <a:latin typeface="Consolas"/>
              <a:ea typeface="Consolas"/>
              <a:cs typeface="Consolas"/>
              <a:sym typeface="Consolas"/>
            </a:endParaRPr>
          </a:p>
        </p:txBody>
      </p:sp>
      <p:sp>
        <p:nvSpPr>
          <p:cNvPr id="1025" name="Google Shape;1025;p167"/>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26</a:t>
            </a:r>
            <a:r>
              <a:rPr lang="en" sz="3600">
                <a:solidFill>
                  <a:srgbClr val="FFFFFF"/>
                </a:solidFill>
              </a:rPr>
              <a:t> →  </a:t>
            </a:r>
            <a:endParaRPr sz="3600">
              <a:solidFill>
                <a:srgbClr val="FFFFFF"/>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6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decryption</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69"/>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69"/>
          <p:cNvSpPr txBox="1"/>
          <p:nvPr/>
        </p:nvSpPr>
        <p:spPr>
          <a:xfrm>
            <a:off x="0" y="2195550"/>
            <a:ext cx="32094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UIJT XBT DT50</a:t>
            </a:r>
            <a:r>
              <a:rPr lang="en" sz="3400">
                <a:solidFill>
                  <a:srgbClr val="FFFFFF"/>
                </a:solidFill>
              </a:rPr>
              <a:t> →  </a:t>
            </a:r>
            <a:endParaRPr sz="3400">
              <a:solidFill>
                <a:srgbClr val="FFFFFF"/>
              </a:solidFill>
            </a:endParaRPr>
          </a:p>
        </p:txBody>
      </p:sp>
      <p:sp>
        <p:nvSpPr>
          <p:cNvPr id="1037" name="Google Shape;1037;p169"/>
          <p:cNvSpPr txBox="1"/>
          <p:nvPr/>
        </p:nvSpPr>
        <p:spPr>
          <a:xfrm>
            <a:off x="201896" y="1443150"/>
            <a:ext cx="30075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400">
                <a:solidFill>
                  <a:srgbClr val="FFFFFF"/>
                </a:solidFill>
                <a:latin typeface="Consolas"/>
                <a:ea typeface="Consolas"/>
                <a:cs typeface="Consolas"/>
                <a:sym typeface="Consolas"/>
              </a:rPr>
              <a:t>-</a:t>
            </a:r>
            <a:r>
              <a:rPr lang="en" sz="2400">
                <a:solidFill>
                  <a:srgbClr val="FFFFFF"/>
                </a:solidFill>
                <a:latin typeface="Consolas"/>
                <a:ea typeface="Consolas"/>
                <a:cs typeface="Consolas"/>
                <a:sym typeface="Consolas"/>
              </a:rPr>
              <a:t>1</a:t>
            </a:r>
            <a:r>
              <a:rPr lang="en" sz="3600">
                <a:solidFill>
                  <a:srgbClr val="FFFFFF"/>
                </a:solidFill>
              </a:rPr>
              <a:t> →  </a:t>
            </a:r>
            <a:endParaRPr sz="3600">
              <a:solidFill>
                <a:srgbClr val="FFFFFF"/>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U  I  J  T   X  B  T   D  T  5  0</a:t>
            </a:r>
            <a:endParaRPr>
              <a:latin typeface="Consolas"/>
              <a:ea typeface="Consolas"/>
              <a:cs typeface="Consolas"/>
              <a:sym typeface="Consola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7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a:t>
            </a:r>
            <a:r>
              <a:rPr lang="en">
                <a:latin typeface="Consolas"/>
                <a:ea typeface="Consolas"/>
                <a:cs typeface="Consolas"/>
                <a:sym typeface="Consolas"/>
              </a:rPr>
              <a:t>  I  J  T   X  B  T   D  T  5  0</a:t>
            </a:r>
            <a:endParaRPr>
              <a:latin typeface="Consolas"/>
              <a:ea typeface="Consolas"/>
              <a:cs typeface="Consolas"/>
              <a:sym typeface="Consola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7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J  T   X  B  T   D  T  5  0</a:t>
            </a:r>
            <a:endParaRPr>
              <a:latin typeface="Consolas"/>
              <a:ea typeface="Consolas"/>
              <a:cs typeface="Consolas"/>
              <a:sym typeface="Consola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7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T   X  B  T   D  T  5  0</a:t>
            </a:r>
            <a:endParaRPr>
              <a:latin typeface="Consolas"/>
              <a:ea typeface="Consolas"/>
              <a:cs typeface="Consolas"/>
              <a:sym typeface="Consola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7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X  B  T   D  T  5  0</a:t>
            </a:r>
            <a:endParaRPr>
              <a:latin typeface="Consolas"/>
              <a:ea typeface="Consolas"/>
              <a:cs typeface="Consolas"/>
              <a:sym typeface="Consola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7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W  B  T   D  T  5  0</a:t>
            </a:r>
            <a:endParaRPr>
              <a:latin typeface="Consolas"/>
              <a:ea typeface="Consolas"/>
              <a:cs typeface="Consolas"/>
              <a:sym typeface="Consola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17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W  A  T   D  T  5  0</a:t>
            </a:r>
            <a:endParaRPr>
              <a:latin typeface="Consolas"/>
              <a:ea typeface="Consolas"/>
              <a:cs typeface="Consolas"/>
              <a:sym typeface="Consola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7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W  A  S   D  T  5  0</a:t>
            </a:r>
            <a:endParaRPr>
              <a:latin typeface="Consolas"/>
              <a:ea typeface="Consolas"/>
              <a:cs typeface="Consolas"/>
              <a:sym typeface="Consola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7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W  A  S   C  T  5  0</a:t>
            </a:r>
            <a:endParaRPr>
              <a:latin typeface="Consolas"/>
              <a:ea typeface="Consolas"/>
              <a:cs typeface="Consolas"/>
              <a:sym typeface="Consola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7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  H  I  S   W  A  S   C  S  5  0</a:t>
            </a:r>
            <a:endParaRPr>
              <a:latin typeface="Consolas"/>
              <a:ea typeface="Consolas"/>
              <a:cs typeface="Consolas"/>
              <a:sym typeface="Consola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91" name="Shape 1091"/>
        <p:cNvGrpSpPr/>
        <p:nvPr/>
      </p:nvGrpSpPr>
      <p:grpSpPr>
        <a:xfrm>
          <a:off x="0" y="0"/>
          <a:ext cx="0" cy="0"/>
          <a:chOff x="0" y="0"/>
          <a:chExt cx="0" cy="0"/>
        </a:xfrm>
      </p:grpSpPr>
      <p:pic>
        <p:nvPicPr>
          <p:cNvPr id="1092" name="Google Shape;1092;p180"/>
          <p:cNvPicPr preferRelativeResize="0"/>
          <p:nvPr/>
        </p:nvPicPr>
        <p:blipFill>
          <a:blip r:embed="rId3">
            <a:alphaModFix/>
          </a:blip>
          <a:stretch>
            <a:fillRect/>
          </a:stretch>
        </p:blipFill>
        <p:spPr>
          <a:xfrm>
            <a:off x="2000250" y="0"/>
            <a:ext cx="5143500" cy="514350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pic>
        <p:nvPicPr>
          <p:cNvPr id="1097" name="Google Shape;1097;p181"/>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